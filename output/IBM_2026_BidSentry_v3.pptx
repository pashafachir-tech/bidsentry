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064d8cb89949a4" /><Relationship Type="http://schemas.openxmlformats.org/officeDocument/2006/relationships/extended-properties" Target="/docProps/app.xml" Id="Rc23706b4bdfb4a9c" /><Relationship Type="http://schemas.openxmlformats.org/officeDocument/2006/relationships/officeDocument" Target="/ppt/presentation.xml" Id="R754c5b8012504bbe" /></Relationships>
</file>

<file path=ppt/presentation.xml><?xml version="1.0" encoding="utf-8"?>
<p:presentation xmlns:p="http://schemas.openxmlformats.org/presentationml/2006/main">
  <p:sldMasterIdLst>
    <p:sldMasterId xmlns:r="http://schemas.openxmlformats.org/officeDocument/2006/relationships" id="2147483648" r:id="Rd005aba1bdd74fed"/>
  </p:sldMasterIdLst>
  <p:notesMasterIdLst>
    <p:notesMasterId xmlns:r="http://schemas.openxmlformats.org/officeDocument/2006/relationships" r:id="R578fc1e3c8994d42"/>
  </p:notesMasterIdLst>
  <p:sldIdLst>
    <p:sldId xmlns:r="http://schemas.openxmlformats.org/officeDocument/2006/relationships" id="256" r:id="Rc2448c130e984e59"/>
    <p:sldId xmlns:r="http://schemas.openxmlformats.org/officeDocument/2006/relationships" id="257" r:id="R918543ba78a1455b"/>
    <p:sldId xmlns:r="http://schemas.openxmlformats.org/officeDocument/2006/relationships" id="258" r:id="R6bebe3e20ff04706"/>
    <p:sldId xmlns:r="http://schemas.openxmlformats.org/officeDocument/2006/relationships" id="259" r:id="Rc881d45decd149df"/>
    <p:sldId xmlns:r="http://schemas.openxmlformats.org/officeDocument/2006/relationships" id="260" r:id="R2d7d9f6a1a894ce1"/>
    <p:sldId xmlns:r="http://schemas.openxmlformats.org/officeDocument/2006/relationships" id="261" r:id="R123f1bdb5c334e4a"/>
    <p:sldId xmlns:r="http://schemas.openxmlformats.org/officeDocument/2006/relationships" id="262" r:id="R1046cb076e684dd4"/>
    <p:sldId xmlns:r="http://schemas.openxmlformats.org/officeDocument/2006/relationships" id="263" r:id="R26f1ed6d7b2243f8"/>
    <p:sldId xmlns:r="http://schemas.openxmlformats.org/officeDocument/2006/relationships" id="264" r:id="R48f30e9b8ce84748"/>
    <p:sldId xmlns:r="http://schemas.openxmlformats.org/officeDocument/2006/relationships" id="265" r:id="R8accd0d580434e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0599d3d5d44839" /><Relationship Type="http://schemas.openxmlformats.org/officeDocument/2006/relationships/slideMaster" Target="/ppt/slideMasters/slideMaster1.xml" Id="Rd005aba1bdd74fed" /><Relationship Type="http://schemas.openxmlformats.org/officeDocument/2006/relationships/notesMaster" Target="/ppt/notesMasters/notesMaster1.xml" Id="R578fc1e3c8994d42" /><Relationship Type="http://schemas.openxmlformats.org/officeDocument/2006/relationships/presProps" Target="/ppt/presProps.xml" Id="R1340ebefa37047bb" /><Relationship Type="http://schemas.openxmlformats.org/officeDocument/2006/relationships/tableStyles" Target="/ppt/tableStyles.xml" Id="Rfea23f57344b40e6" /><Relationship Type="http://schemas.openxmlformats.org/officeDocument/2006/relationships/slide" Target="/ppt/slides/slide1.xml" Id="Rc2448c130e984e59" /><Relationship Type="http://schemas.openxmlformats.org/officeDocument/2006/relationships/slide" Target="/ppt/slides/slide2.xml" Id="R918543ba78a1455b" /><Relationship Type="http://schemas.openxmlformats.org/officeDocument/2006/relationships/slide" Target="/ppt/slides/slide3.xml" Id="R6bebe3e20ff04706" /><Relationship Type="http://schemas.openxmlformats.org/officeDocument/2006/relationships/slide" Target="/ppt/slides/slide4.xml" Id="Rc881d45decd149df" /><Relationship Type="http://schemas.openxmlformats.org/officeDocument/2006/relationships/slide" Target="/ppt/slides/slide5.xml" Id="R2d7d9f6a1a894ce1" /><Relationship Type="http://schemas.openxmlformats.org/officeDocument/2006/relationships/slide" Target="/ppt/slides/slide6.xml" Id="R123f1bdb5c334e4a" /><Relationship Type="http://schemas.openxmlformats.org/officeDocument/2006/relationships/slide" Target="/ppt/slides/slide7.xml" Id="R1046cb076e684dd4" /><Relationship Type="http://schemas.openxmlformats.org/officeDocument/2006/relationships/slide" Target="/ppt/slides/slide8.xml" Id="R26f1ed6d7b2243f8" /><Relationship Type="http://schemas.openxmlformats.org/officeDocument/2006/relationships/slide" Target="/ppt/slides/slide9.xml" Id="R48f30e9b8ce84748" /><Relationship Type="http://schemas.openxmlformats.org/officeDocument/2006/relationships/slide" Target="/ppt/slides/slide10.xml" Id="R8accd0d580434e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d8f2a995ae48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997dfff23345ea" /><Relationship Type="http://schemas.openxmlformats.org/officeDocument/2006/relationships/notesMaster" Target="/ppt/notesMasters/notesMaster1.xml" Id="Ra411f55e68734e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afafc9b7924104" /><Relationship Type="http://schemas.openxmlformats.org/officeDocument/2006/relationships/notesMaster" Target="/ppt/notesMasters/notesMaster1.xml" Id="R6ce61ac19e0a4c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98f1319d70455d" /><Relationship Type="http://schemas.openxmlformats.org/officeDocument/2006/relationships/notesMaster" Target="/ppt/notesMasters/notesMaster1.xml" Id="R4dfd98a7477a40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c806e190c84424" /><Relationship Type="http://schemas.openxmlformats.org/officeDocument/2006/relationships/notesMaster" Target="/ppt/notesMasters/notesMaster1.xml" Id="Rbe13a6268e1841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c31c86b2514cda" /><Relationship Type="http://schemas.openxmlformats.org/officeDocument/2006/relationships/notesMaster" Target="/ppt/notesMasters/notesMaster1.xml" Id="R6f075575da894e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030e440184443b" /><Relationship Type="http://schemas.openxmlformats.org/officeDocument/2006/relationships/notesMaster" Target="/ppt/notesMasters/notesMaster1.xml" Id="Rafed9537f6f242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cdc2a83b3e4bda" /><Relationship Type="http://schemas.openxmlformats.org/officeDocument/2006/relationships/notesMaster" Target="/ppt/notesMasters/notesMaster1.xml" Id="Rd10106b1ceb947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034e44696d4355" /><Relationship Type="http://schemas.openxmlformats.org/officeDocument/2006/relationships/notesMaster" Target="/ppt/notesMasters/notesMaster1.xml" Id="Rd028d3b5236744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a3a3e87dc9463c" /><Relationship Type="http://schemas.openxmlformats.org/officeDocument/2006/relationships/notesMaster" Target="/ppt/notesMasters/notesMaster1.xml" Id="R5f3d36c96a874f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73076bb3694ed4" /><Relationship Type="http://schemas.openxmlformats.org/officeDocument/2006/relationships/notesMaster" Target="/ppt/notesMasters/notesMaster1.xml" Id="Ra0287259200647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0:25</a:t>
            </a:r>
          </a:p>
          <a:p xmlns:a="http://schemas.openxmlformats.org/drawingml/2006/main">
            <a:r>
              <a:t/>
            </a:r>
          </a:p>
          <a:p xmlns:a="http://schemas.openxmlformats.org/drawingml/2006/main">
            <a:r>
              <a:t>BidSentry AI membantu reviewer menata pemeriksaan dokumen pengadaan. Kami menggabungkan aturan kepatuhan yang dapat dijelaskan dengan triage risiko finansial, agar perhatian reviewer jatuh lebih dulu pada bagian yang perlu dicek. Produk ini berada pada track IBM SkillsBuild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0:40</a:t>
            </a:r>
          </a:p>
          <a:p xmlns:a="http://schemas.openxmlformats.org/drawingml/2006/main">
            <a:r>
              <a:t/>
            </a:r>
          </a:p>
          <a:p xmlns:a="http://schemas.openxmlformats.org/drawingml/2006/main">
            <a:r>
              <a:t>Masalah yang kami bidik bukan ketiadaan dokumen, melainkan beban membaca dan membandingkannya. Reviewer perlu menyilangkan dokumen pemilihan, adendum, dan bukti perusahaan. Pemeriksaan manual berulang juga membuat sinyal risiko sulit dibaca dengan cara yang konsisten. Sistem harus menunjukkan alasan dan sumber untuk ditinjau manusia.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0:40</a:t>
            </a:r>
          </a:p>
          <a:p xmlns:a="http://schemas.openxmlformats.org/drawingml/2006/main">
            <a:r>
              <a:t/>
            </a:r>
          </a:p>
          <a:p xmlns:a="http://schemas.openxmlformats.org/drawingml/2006/main">
            <a:r>
              <a:t>Reviewer memasukkan dokumen yang akan diperiksa. Rules engine menandai gap dan pola kontrak, lalu risk engine menyusun indeks triage beserta pendorongnya. Hasilnya membantu mengurutkan pemeriksaan, tetapi keputusan tetap pada reviewer yang memeriksa dokumen asli.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0:50</a:t>
            </a:r>
          </a:p>
          <a:p xmlns:a="http://schemas.openxmlformats.org/drawingml/2006/main">
            <a:r>
              <a:t/>
            </a:r>
          </a:p>
          <a:p xmlns:a="http://schemas.openxmlformats.org/drawingml/2006/main">
            <a:r>
              <a:t>UI mengirim request ke API yang tervalidasi. Controller mengatur alur ke audit dan risk service, lalu hasil kembali dalam envelope respons yang konsisten. Langflow hanya menjadi advisory jika diaktifkan dan reviewer menyetujui pemrosesan eksternal. Composio punya mode simulasi. File Bob yang ditemukan adalah konfigurasi MCP; repositori belum membuktikan koneksi IBM Bob berjalan end-to-end.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0:40</a:t>
            </a:r>
          </a:p>
          <a:p xmlns:a="http://schemas.openxmlformats.org/drawingml/2006/main">
            <a:r>
              <a:t/>
            </a:r>
          </a:p>
          <a:p xmlns:a="http://schemas.openxmlformats.org/drawingml/2006/main">
            <a:r>
              <a:t>Di halaman ringkasan, reviewer melihat jumlah paket, indikator risiko, register, dan rincian paket terpilih. Angka tiga paket, rasio 33 persen, satu kasus tinggi atau kritis, dan total HPS berasal dari fixture sintetis di repo. Screenshot ini menunjukkan bentuk produk, bukan hasil implementasi pada tender nyata.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0:55</a:t>
            </a:r>
          </a:p>
          <a:p xmlns:a="http://schemas.openxmlformats.org/drawingml/2006/main">
            <a:r>
              <a:t/>
            </a:r>
          </a:p>
          <a:p xmlns:a="http://schemas.openxmlformats.org/drawingml/2006/main">
            <a:r>
              <a:t>Pada contoh scan sintetis, empat aturan terpicu dan skor mencapai 97 dari 100, sehingga masuk band kritis. Temuannya mencakup klasifikasi usaha, persyaratan personel, sanksi keterlambatan, dan denda. Angka ini adalah heuristik triage yang belum dikalibrasi. Ia bukan probabilitas fraud atau verdict; reviewer tetap harus membuka dokumen asli.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0:50</a:t>
            </a:r>
          </a:p>
          <a:p xmlns:a="http://schemas.openxmlformats.org/drawingml/2006/main">
            <a:r>
              <a:t/>
            </a:r>
          </a:p>
          <a:p xmlns:a="http://schemas.openxmlformats.org/drawingml/2006/main">
            <a:r>
              <a:t>Yang sudah kami buktikan adalah kelayakan teknis awal: tujuh uji API lulus dan lima alur UI berhasil dijalankan, tanpa error browser dan tanpa overflow pada viewport ponsel. Kami belum menemukan feedback pengguna riil di repositori, jadi kami tidak mengklaim validasi pasar. Untuk diskusi Komdigi, kami ingin menguji kegunaan aturan, bukti yang dibutuhkan, dan cara mengukur false positive.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0:25</a:t>
            </a:r>
          </a:p>
          <a:p xmlns:a="http://schemas.openxmlformats.org/drawingml/2006/main">
            <a:r>
              <a:t/>
            </a:r>
          </a:p>
          <a:p xmlns:a="http://schemas.openxmlformats.org/drawingml/2006/main">
            <a:r>
              <a:t>Video demo akan menggunakan fixture sintetis dan tidak lebih dari tujuh menit. Tampilkan audit scan, cara membaca skor dan temuan, pencarian, filter, ekspor, lalu fallback tindak lanjut. Ganti teks slot ini dengan tautan YouTube Unlisted setelah video tersedia.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0:45</a:t>
            </a:r>
          </a:p>
          <a:p xmlns:a="http://schemas.openxmlformats.org/drawingml/2006/main">
            <a:r>
              <a:t/>
            </a:r>
          </a:p>
          <a:p xmlns:a="http://schemas.openxmlformats.org/drawingml/2006/main">
            <a:r>
              <a:t>Dampak belum bisa disimpulkan dari fixture demo. Pilot perlu mengukur waktu review, kesesuaian temuan dengan reviewer, serta false positive. Aplikasi saat ini bisa berjalan lokal tanpa layanan eksternal. Roadmap yang kami usulkan dimulai dari validasi aturan, dilanjutkan pilot dengan dokumen berizin, lalu kalibrasi skor, penguatan keamanan, dan verifikasi integrasi IBM Bob.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0:30</a:t>
            </a:r>
          </a:p>
          <a:p xmlns:a="http://schemas.openxmlformats.org/drawingml/2006/main">
            <a:r>
              <a:t/>
            </a:r>
          </a:p>
          <a:p xmlns:a="http://schemas.openxmlformats.org/drawingml/2006/main">
            <a:r>
              <a:t>Kami adalah Tim BidSentry AI pada track IBM SkillsBuild 2026. Repo belum memuat roster anggota, jadi kami tidak mencantumkan nama yang belum terverifikasi. Kami mengundang masukan Komdigi untuk menentukan dokumen prioritas, alur review, tata kelola data, dan desain pilot yang bisa menghasilkan bukti pengguna nyata. Terima kasih.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40593875f04d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a65080694b4f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34353aee7c34a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3be164c80047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c1538fd49e43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2437c04ce84b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7AC284-5195-4D3F-A09A-77D14E0E01C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448EC4-7792-41FC-A6B1-BA1C841FEC5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690CA0-FAC7-40ED-A185-B8EA527720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835AE4-2C0C-4C07-8AB6-75FCD2C433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A5056D-047D-4D53-850D-BB39CE7FF5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FA41CC-D918-4DB1-AE61-31A3063804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EABECD-AC3C-4577-831F-550F6DA7B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7780D27-25FD-46D0-B8E7-76FF8FB7D1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4B0E1E-94FA-4328-A751-0D1684ABF7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C7C77F-2295-418D-9B11-FE0224BC42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2ffde7b1ec41d7" /><Relationship Type="http://schemas.openxmlformats.org/officeDocument/2006/relationships/slideLayout" Target="/ppt/slideLayouts/slideLayout1.xml" Id="R0658919067864907" /><Relationship Type="http://schemas.openxmlformats.org/officeDocument/2006/relationships/slideLayout" Target="/ppt/slideLayouts/slideLayout2.xml" Id="R6d07f8b5d6c4429f" /><Relationship Type="http://schemas.openxmlformats.org/officeDocument/2006/relationships/slideLayout" Target="/ppt/slideLayouts/slideLayout3.xml" Id="Rdb27f78c23c54a6e" /><Relationship Type="http://schemas.openxmlformats.org/officeDocument/2006/relationships/slideLayout" Target="/ppt/slideLayouts/slideLayout4.xml" Id="Re6c101b4f3c24469" /><Relationship Type="http://schemas.openxmlformats.org/officeDocument/2006/relationships/slideLayout" Target="/ppt/slideLayouts/slideLayout5.xml" Id="R6d475a6a071845e8" /><Relationship Type="http://schemas.openxmlformats.org/officeDocument/2006/relationships/slideLayout" Target="/ppt/slideLayouts/slideLayout6.xml" Id="R987d74b401794a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58919067864907"/>
    <p:sldLayoutId xmlns:r="http://schemas.openxmlformats.org/officeDocument/2006/relationships" id="2147483650" r:id="R6d07f8b5d6c4429f"/>
    <p:sldLayoutId xmlns:r="http://schemas.openxmlformats.org/officeDocument/2006/relationships" id="2147483651" r:id="Rdb27f78c23c54a6e"/>
    <p:sldLayoutId xmlns:r="http://schemas.openxmlformats.org/officeDocument/2006/relationships" id="2147483652" r:id="Re6c101b4f3c24469"/>
    <p:sldLayoutId xmlns:r="http://schemas.openxmlformats.org/officeDocument/2006/relationships" id="2147483653" r:id="R6d475a6a071845e8"/>
    <p:sldLayoutId xmlns:r="http://schemas.openxmlformats.org/officeDocument/2006/relationships" id="2147483654" r:id="R987d74b401794a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27f903b43d4af8" /><Relationship Type="http://schemas.openxmlformats.org/officeDocument/2006/relationships/notesSlide" Target="/ppt/notesSlides/notesSlide1.xml" Id="Rfd5536ba27534a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2ad9c3765e425d" /><Relationship Type="http://schemas.openxmlformats.org/officeDocument/2006/relationships/notesSlide" Target="/ppt/notesSlides/notesSlide2.xml" Id="R694bcb544fd549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74f726c1c946ac" /><Relationship Type="http://schemas.openxmlformats.org/officeDocument/2006/relationships/notesSlide" Target="/ppt/notesSlides/notesSlide3.xml" Id="Refc2acd5a60443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3d74746b9447b1" /><Relationship Type="http://schemas.openxmlformats.org/officeDocument/2006/relationships/notesSlide" Target="/ppt/notesSlides/notesSlide4.xml" Id="R8dbbea92abaf45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46fe97b8454952" /><Relationship Type="http://schemas.openxmlformats.org/officeDocument/2006/relationships/image" Target="/ppt/media/image.png" Id="R1324463fd43a4795" /><Relationship Type="http://schemas.openxmlformats.org/officeDocument/2006/relationships/notesSlide" Target="/ppt/notesSlides/notesSlide5.xml" Id="R09ebf310b8a742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57a3f74b3914062" /><Relationship Type="http://schemas.openxmlformats.org/officeDocument/2006/relationships/image" Target="/ppt/media/image2.png" Id="R076d489b10614f06" /><Relationship Type="http://schemas.openxmlformats.org/officeDocument/2006/relationships/notesSlide" Target="/ppt/notesSlides/notesSlide6.xml" Id="Raf6f12b0996042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f7e712e26e4ec4" /><Relationship Type="http://schemas.openxmlformats.org/officeDocument/2006/relationships/notesSlide" Target="/ppt/notesSlides/notesSlide7.xml" Id="R34bb570fa1ec41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8bdd51db924ef7" /><Relationship Type="http://schemas.openxmlformats.org/officeDocument/2006/relationships/notesSlide" Target="/ppt/notesSlides/notesSlide8.xml" Id="R7fa9e5afcb4d41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4485bb83ca4e16" /><Relationship Type="http://schemas.openxmlformats.org/officeDocument/2006/relationships/notesSlide" Target="/ppt/notesSlides/notesSlide9.xml" Id="R6873d96cd5724d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a2b6e18434b4e8e" /><Relationship Type="http://schemas.openxmlformats.org/officeDocument/2006/relationships/notesSlide" Target="/ppt/notesSlides/notesSlide10.xml" Id="Ra2f5dc6faf1049fe" /></Relationships>
</file>

<file path=ppt/slides/slide1.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BC85289-BF07-43FE-BB69-45C6BBCE2805}"/>
              </a:ext>
            </a:extLst>
          </p:cNvPr>
          <p:cNvSpPr>
            <a:spLocks xmlns:a="http://schemas.openxmlformats.org/drawingml/2006/main" noGrp="1"/>
          </p:cNvSpPr>
          <p:nvPr/>
        </p:nvSpPr>
        <p:spPr>
          <a:xfrm xmlns:a="http://schemas.openxmlformats.org/drawingml/2006/main">
            <a:off x="742950" y="533400"/>
            <a:ext cx="400050" cy="400050"/>
          </a:xfrm>
          <a:prstGeom xmlns:a="http://schemas.openxmlformats.org/drawingml/2006/main" prst="ellipse">
            <a:avLst/>
          </a:prstGeom>
          <a:solidFill xmlns:a="http://schemas.openxmlformats.org/drawingml/2006/main">
            <a:srgbClr val="1E2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092760-1B3F-4EF9-AE7E-5B156DE40761}"/>
              </a:ext>
            </a:extLst>
          </p:cNvPr>
          <p:cNvSpPr>
            <a:spLocks xmlns:a="http://schemas.openxmlformats.org/drawingml/2006/main" noGrp="1"/>
          </p:cNvSpPr>
          <p:nvPr/>
        </p:nvSpPr>
        <p:spPr>
          <a:xfrm xmlns:a="http://schemas.openxmlformats.org/drawingml/2006/main">
            <a:off x="742950" y="5905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i="0">
                <a:solidFill>
                  <a:srgbClr val="FFFFFF"/>
                </a:solidFill>
                <a:latin typeface="Arial"/>
                <a:ea typeface="Arial"/>
                <a:cs typeface="Arial"/>
              </a:defRPr>
            </a:defPPr>
          </a:lstStyle>
          <a:p xmlns:a="http://schemas.openxmlformats.org/drawingml/2006/main">
            <a:pPr algn="ctr">
              <a:defRPr sz="1800" b="1" i="0">
                <a:solidFill>
                  <a:srgbClr val="FFFFFF"/>
                </a:solidFill>
                <a:latin typeface="Arial"/>
                <a:ea typeface="Arial"/>
                <a:cs typeface="Arial"/>
              </a:defRPr>
            </a:pPr>
            <a:r>
              <a:rPr sz="1800" b="1" i="0">
                <a:solidFill>
                  <a:srgbClr val="FFFFFF"/>
                </a:solidFill>
                <a:latin typeface="Arial"/>
                <a:ea typeface="Arial"/>
                <a:cs typeface="Arial"/>
              </a:rPr>
              <a:t>B</a:t>
            </a:r>
          </a:p>
        </p:txBody>
      </p:sp>
      <p:sp>
        <p:nvSpPr>
          <p:cNvPr id="3" name="">
            <a:extLst xmlns:a="http://schemas.openxmlformats.org/drawingml/2006/main">
              <a:ext uri="{FF2B5EF4-FFF2-40B4-BE49-F238E27FC236}">
                <a16:creationId xmlns:a16="http://schemas.microsoft.com/office/drawing/2014/main" id="{21074C65-F7AE-40D4-A377-ED85790331BC}"/>
              </a:ext>
            </a:extLst>
          </p:cNvPr>
          <p:cNvSpPr>
            <a:spLocks xmlns:a="http://schemas.openxmlformats.org/drawingml/2006/main" noGrp="1"/>
          </p:cNvSpPr>
          <p:nvPr/>
        </p:nvSpPr>
        <p:spPr>
          <a:xfrm xmlns:a="http://schemas.openxmlformats.org/drawingml/2006/main">
            <a:off x="1276350" y="64770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65717B"/>
                </a:solidFill>
                <a:latin typeface="Arial"/>
                <a:ea typeface="Arial"/>
                <a:cs typeface="Arial"/>
              </a:defRPr>
            </a:defPPr>
          </a:lstStyle>
          <a:p xmlns:a="http://schemas.openxmlformats.org/drawingml/2006/main">
            <a:pPr algn="l">
              <a:defRPr sz="900" b="1" i="0">
                <a:solidFill>
                  <a:srgbClr val="65717B"/>
                </a:solidFill>
                <a:latin typeface="Arial"/>
                <a:ea typeface="Arial"/>
                <a:cs typeface="Arial"/>
              </a:defRPr>
            </a:pPr>
            <a:r>
              <a:rPr sz="900" b="1" i="0">
                <a:solidFill>
                  <a:srgbClr val="65717B"/>
                </a:solidFill>
                <a:latin typeface="Arial"/>
                <a:ea typeface="Arial"/>
                <a:cs typeface="Arial"/>
              </a:rPr>
              <a:t>PROCUREMENT INTELLIGENCE</a:t>
            </a:r>
          </a:p>
        </p:txBody>
      </p:sp>
      <p:sp>
        <p:nvSpPr>
          <p:cNvPr id="4" name="">
            <a:extLst xmlns:a="http://schemas.openxmlformats.org/drawingml/2006/main">
              <a:ext uri="{FF2B5EF4-FFF2-40B4-BE49-F238E27FC236}">
                <a16:creationId xmlns:a16="http://schemas.microsoft.com/office/drawing/2014/main" id="{D96B8887-B080-48DD-A4CD-49FEB7A9D7F1}"/>
              </a:ext>
            </a:extLst>
          </p:cNvPr>
          <p:cNvSpPr>
            <a:spLocks xmlns:a="http://schemas.openxmlformats.org/drawingml/2006/main" noGrp="1"/>
          </p:cNvSpPr>
          <p:nvPr/>
        </p:nvSpPr>
        <p:spPr>
          <a:xfrm xmlns:a="http://schemas.openxmlformats.org/drawingml/2006/main">
            <a:off x="723900" y="1752600"/>
            <a:ext cx="590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0" i="0">
                <a:solidFill>
                  <a:srgbClr val="1E2D3C"/>
                </a:solidFill>
                <a:latin typeface="Georgia"/>
                <a:ea typeface="Georgia"/>
                <a:cs typeface="Georgia"/>
              </a:defRPr>
            </a:defPPr>
          </a:lstStyle>
          <a:p xmlns:a="http://schemas.openxmlformats.org/drawingml/2006/main">
            <a:pPr algn="l">
              <a:defRPr sz="5250" b="0" i="0">
                <a:solidFill>
                  <a:srgbClr val="1E2D3C"/>
                </a:solidFill>
                <a:latin typeface="Georgia"/>
                <a:ea typeface="Georgia"/>
                <a:cs typeface="Georgia"/>
              </a:defRPr>
            </a:pPr>
            <a:r>
              <a:rPr sz="5250" b="0" i="0">
                <a:solidFill>
                  <a:srgbClr val="1E2D3C"/>
                </a:solidFill>
                <a:latin typeface="Georgia"/>
                <a:ea typeface="Georgia"/>
                <a:cs typeface="Georgia"/>
              </a:rPr>
              <a:t>BidSentry AI</a:t>
            </a:r>
          </a:p>
        </p:txBody>
      </p:sp>
      <p:sp>
        <p:nvSpPr>
          <p:cNvPr id="5" name="">
            <a:extLst xmlns:a="http://schemas.openxmlformats.org/drawingml/2006/main">
              <a:ext uri="{FF2B5EF4-FFF2-40B4-BE49-F238E27FC236}">
                <a16:creationId xmlns:a16="http://schemas.microsoft.com/office/drawing/2014/main" id="{BEB9D589-DBA5-49B8-B4E7-1B2E2C46312C}"/>
              </a:ext>
            </a:extLst>
          </p:cNvPr>
          <p:cNvSpPr>
            <a:spLocks xmlns:a="http://schemas.openxmlformats.org/drawingml/2006/main" noGrp="1"/>
          </p:cNvSpPr>
          <p:nvPr/>
        </p:nvSpPr>
        <p:spPr>
          <a:xfrm xmlns:a="http://schemas.openxmlformats.org/drawingml/2006/main">
            <a:off x="742950" y="2724150"/>
            <a:ext cx="6143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1E2D3C"/>
                </a:solidFill>
                <a:latin typeface="Georgia"/>
                <a:ea typeface="Georgia"/>
                <a:cs typeface="Georgia"/>
              </a:defRPr>
            </a:defPPr>
          </a:lstStyle>
          <a:p xmlns:a="http://schemas.openxmlformats.org/drawingml/2006/main">
            <a:pPr algn="l">
              <a:defRPr sz="2475" b="0" i="0">
                <a:solidFill>
                  <a:srgbClr val="1E2D3C"/>
                </a:solidFill>
                <a:latin typeface="Georgia"/>
                <a:ea typeface="Georgia"/>
                <a:cs typeface="Georgia"/>
              </a:defRPr>
            </a:pPr>
            <a:r>
              <a:rPr sz="2475" b="0" i="0">
                <a:solidFill>
                  <a:srgbClr val="1E2D3C"/>
                </a:solidFill>
                <a:latin typeface="Georgia"/>
                <a:ea typeface="Georgia"/>
                <a:cs typeface="Georgia"/>
              </a:rPr>
              <a:t>Audit pengadaan yang tertata.</a:t>
            </a:r>
          </a:p>
          <a:p xmlns:a="http://schemas.openxmlformats.org/drawingml/2006/main">
            <a:pPr algn="l">
              <a:defRPr sz="2475" b="0" i="0">
                <a:solidFill>
                  <a:srgbClr val="1E2D3C"/>
                </a:solidFill>
                <a:latin typeface="Georgia"/>
                <a:ea typeface="Georgia"/>
                <a:cs typeface="Georgia"/>
              </a:defRPr>
            </a:pPr>
            <a:r>
              <a:rPr sz="2475" b="0" i="0">
                <a:solidFill>
                  <a:srgbClr val="1E2D3C"/>
                </a:solidFill>
                <a:latin typeface="Georgia"/>
                <a:ea typeface="Georgia"/>
                <a:cs typeface="Georgia"/>
              </a:rPr>
              <a:t>Risiko lebih cepat terlihat.</a:t>
            </a:r>
          </a:p>
        </p:txBody>
      </p:sp>
      <p:sp>
        <p:nvSpPr>
          <p:cNvPr id="6" name="">
            <a:extLst xmlns:a="http://schemas.openxmlformats.org/drawingml/2006/main">
              <a:ext uri="{FF2B5EF4-FFF2-40B4-BE49-F238E27FC236}">
                <a16:creationId xmlns:a16="http://schemas.microsoft.com/office/drawing/2014/main" id="{7A0A43A3-3E34-4943-BD36-CB7931FB8123}"/>
              </a:ext>
            </a:extLst>
          </p:cNvPr>
          <p:cNvSpPr>
            <a:spLocks xmlns:a="http://schemas.openxmlformats.org/drawingml/2006/main" noGrp="1"/>
          </p:cNvSpPr>
          <p:nvPr/>
        </p:nvSpPr>
        <p:spPr>
          <a:xfrm xmlns:a="http://schemas.openxmlformats.org/drawingml/2006/main">
            <a:off x="762000" y="3905250"/>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65717B"/>
                </a:solidFill>
                <a:latin typeface="Arial"/>
                <a:ea typeface="Arial"/>
                <a:cs typeface="Arial"/>
              </a:defRPr>
            </a:defPPr>
          </a:lstStyle>
          <a:p xmlns:a="http://schemas.openxmlformats.org/drawingml/2006/main">
            <a:pPr algn="l">
              <a:defRPr sz="1500" b="0" i="0">
                <a:solidFill>
                  <a:srgbClr val="65717B"/>
                </a:solidFill>
                <a:latin typeface="Arial"/>
                <a:ea typeface="Arial"/>
                <a:cs typeface="Arial"/>
              </a:defRPr>
            </a:pPr>
            <a:r>
              <a:rPr sz="1500" b="0" i="0">
                <a:solidFill>
                  <a:srgbClr val="65717B"/>
                </a:solidFill>
                <a:latin typeface="Arial"/>
                <a:ea typeface="Arial"/>
                <a:cs typeface="Arial"/>
              </a:rPr>
              <a:t>Screening kepatuhan dan sinyal risiko finansial</a:t>
            </a:r>
          </a:p>
          <a:p xmlns:a="http://schemas.openxmlformats.org/drawingml/2006/main">
            <a:pPr algn="l">
              <a:defRPr sz="1500" b="0" i="0">
                <a:solidFill>
                  <a:srgbClr val="65717B"/>
                </a:solidFill>
                <a:latin typeface="Arial"/>
                <a:ea typeface="Arial"/>
                <a:cs typeface="Arial"/>
              </a:defRPr>
            </a:pPr>
            <a:r>
              <a:rPr sz="1500" b="0" i="0">
                <a:solidFill>
                  <a:srgbClr val="65717B"/>
                </a:solidFill>
                <a:latin typeface="Arial"/>
                <a:ea typeface="Arial"/>
                <a:cs typeface="Arial"/>
              </a:rPr>
              <a:t>dalam satu alur review yang dapat dijelaskan.</a:t>
            </a:r>
          </a:p>
        </p:txBody>
      </p:sp>
      <p:sp>
        <p:nvSpPr>
          <p:cNvPr id="7" name="">
            <a:extLst xmlns:a="http://schemas.openxmlformats.org/drawingml/2006/main">
              <a:ext uri="{FF2B5EF4-FFF2-40B4-BE49-F238E27FC236}">
                <a16:creationId xmlns:a16="http://schemas.microsoft.com/office/drawing/2014/main" id="{2EF0B05C-8268-436F-9AED-5FBA28129BA1}"/>
              </a:ext>
            </a:extLst>
          </p:cNvPr>
          <p:cNvSpPr>
            <a:spLocks xmlns:a="http://schemas.openxmlformats.org/drawingml/2006/main" noGrp="1"/>
          </p:cNvSpPr>
          <p:nvPr/>
        </p:nvSpPr>
        <p:spPr>
          <a:xfrm xmlns:a="http://schemas.openxmlformats.org/drawingml/2006/main">
            <a:off x="762000" y="5105400"/>
            <a:ext cx="504825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669B98-84C4-4114-B7C7-AE7EC1672459}"/>
              </a:ext>
            </a:extLst>
          </p:cNvPr>
          <p:cNvSpPr>
            <a:spLocks xmlns:a="http://schemas.openxmlformats.org/drawingml/2006/main" noGrp="1"/>
          </p:cNvSpPr>
          <p:nvPr/>
        </p:nvSpPr>
        <p:spPr>
          <a:xfrm xmlns:a="http://schemas.openxmlformats.org/drawingml/2006/main">
            <a:off x="762000" y="528637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3B8B68"/>
                </a:solidFill>
                <a:latin typeface="Arial"/>
                <a:ea typeface="Arial"/>
                <a:cs typeface="Arial"/>
              </a:defRPr>
            </a:defPPr>
          </a:lstStyle>
          <a:p xmlns:a="http://schemas.openxmlformats.org/drawingml/2006/main">
            <a:pPr algn="l">
              <a:defRPr sz="975" b="1" i="0">
                <a:solidFill>
                  <a:srgbClr val="3B8B68"/>
                </a:solidFill>
                <a:latin typeface="Arial"/>
                <a:ea typeface="Arial"/>
                <a:cs typeface="Arial"/>
              </a:defRPr>
            </a:pPr>
            <a:r>
              <a:rPr sz="975" b="1" i="0">
                <a:solidFill>
                  <a:srgbClr val="3B8B68"/>
                </a:solidFill>
                <a:latin typeface="Arial"/>
                <a:ea typeface="Arial"/>
                <a:cs typeface="Arial"/>
              </a:rPr>
              <a:t>IBM SKILLSBUILD 2026</a:t>
            </a:r>
          </a:p>
        </p:txBody>
      </p:sp>
      <p:sp>
        <p:nvSpPr>
          <p:cNvPr id="9" name="">
            <a:extLst xmlns:a="http://schemas.openxmlformats.org/drawingml/2006/main">
              <a:ext uri="{FF2B5EF4-FFF2-40B4-BE49-F238E27FC236}">
                <a16:creationId xmlns:a16="http://schemas.microsoft.com/office/drawing/2014/main" id="{BBEBAA24-5BA8-4FCF-B06D-E7651FD87CA1}"/>
              </a:ext>
            </a:extLst>
          </p:cNvPr>
          <p:cNvSpPr>
            <a:spLocks xmlns:a="http://schemas.openxmlformats.org/drawingml/2006/main" noGrp="1"/>
          </p:cNvSpPr>
          <p:nvPr/>
        </p:nvSpPr>
        <p:spPr>
          <a:xfrm xmlns:a="http://schemas.openxmlformats.org/drawingml/2006/main">
            <a:off x="762000" y="55626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1E2D3C"/>
                </a:solidFill>
                <a:latin typeface="Arial"/>
                <a:ea typeface="Arial"/>
                <a:cs typeface="Arial"/>
              </a:defRPr>
            </a:defPPr>
          </a:lstStyle>
          <a:p xmlns:a="http://schemas.openxmlformats.org/drawingml/2006/main">
            <a:pPr algn="l">
              <a:defRPr sz="975" b="1" i="0">
                <a:solidFill>
                  <a:srgbClr val="1E2D3C"/>
                </a:solidFill>
                <a:latin typeface="Arial"/>
                <a:ea typeface="Arial"/>
                <a:cs typeface="Arial"/>
              </a:defRPr>
            </a:pPr>
            <a:r>
              <a:rPr sz="975" b="1" i="0">
                <a:solidFill>
                  <a:srgbClr val="1E2D3C"/>
                </a:solidFill>
                <a:latin typeface="Arial"/>
                <a:ea typeface="Arial"/>
                <a:cs typeface="Arial"/>
              </a:rPr>
              <a:t>TIM BIDSENTRY AI</a:t>
            </a:r>
          </a:p>
        </p:txBody>
      </p:sp>
      <p:sp>
        <p:nvSpPr>
          <p:cNvPr id="10" name="">
            <a:extLst xmlns:a="http://schemas.openxmlformats.org/drawingml/2006/main">
              <a:ext uri="{FF2B5EF4-FFF2-40B4-BE49-F238E27FC236}">
                <a16:creationId xmlns:a16="http://schemas.microsoft.com/office/drawing/2014/main" id="{824AED0B-080B-4E49-B0DB-3B145545B64F}"/>
              </a:ext>
            </a:extLst>
          </p:cNvPr>
          <p:cNvSpPr>
            <a:spLocks xmlns:a="http://schemas.openxmlformats.org/drawingml/2006/main" noGrp="1"/>
          </p:cNvSpPr>
          <p:nvPr/>
        </p:nvSpPr>
        <p:spPr>
          <a:xfrm xmlns:a="http://schemas.openxmlformats.org/drawingml/2006/main">
            <a:off x="7839075" y="1162050"/>
            <a:ext cx="3143250" cy="3143250"/>
          </a:xfrm>
          <a:prstGeom xmlns:a="http://schemas.openxmlformats.org/drawingml/2006/main" prst="ellipse">
            <a:avLst/>
          </a:prstGeom>
          <a:noFill xmlns:a="http://schemas.openxmlformats.org/drawingml/2006/main"/>
          <a:ln xmlns:a="http://schemas.openxmlformats.org/drawingml/2006/main" w="19050">
            <a:solidFill>
              <a:srgbClr val="D9DED9"/>
            </a:solidFill>
            <a:prstDash val="solid"/>
          </a:ln>
        </p:spPr>
      </p:sp>
      <p:sp>
        <p:nvSpPr>
          <p:cNvPr id="11" name="">
            <a:extLst xmlns:a="http://schemas.openxmlformats.org/drawingml/2006/main">
              <a:ext uri="{FF2B5EF4-FFF2-40B4-BE49-F238E27FC236}">
                <a16:creationId xmlns:a16="http://schemas.microsoft.com/office/drawing/2014/main" id="{BEB55694-49EF-4049-AA13-0E7DCFE395BC}"/>
              </a:ext>
            </a:extLst>
          </p:cNvPr>
          <p:cNvSpPr>
            <a:spLocks xmlns:a="http://schemas.openxmlformats.org/drawingml/2006/main" noGrp="1"/>
          </p:cNvSpPr>
          <p:nvPr/>
        </p:nvSpPr>
        <p:spPr>
          <a:xfrm xmlns:a="http://schemas.openxmlformats.org/drawingml/2006/main">
            <a:off x="8096250" y="1419225"/>
            <a:ext cx="2628900" cy="2628900"/>
          </a:xfrm>
          <a:prstGeom xmlns:a="http://schemas.openxmlformats.org/drawingml/2006/main" prst="ellipse">
            <a:avLst/>
          </a:prstGeom>
          <a:noFill xmlns:a="http://schemas.openxmlformats.org/drawingml/2006/main"/>
          <a:ln xmlns:a="http://schemas.openxmlformats.org/drawingml/2006/main" w="28575">
            <a:solidFill>
              <a:srgbClr val="3B8B68"/>
            </a:solidFill>
            <a:prstDash val="solid"/>
          </a:ln>
        </p:spPr>
      </p:sp>
      <p:sp>
        <p:nvSpPr>
          <p:cNvPr id="12" name="">
            <a:extLst xmlns:a="http://schemas.openxmlformats.org/drawingml/2006/main">
              <a:ext uri="{FF2B5EF4-FFF2-40B4-BE49-F238E27FC236}">
                <a16:creationId xmlns:a16="http://schemas.microsoft.com/office/drawing/2014/main" id="{503AC7A3-4012-4653-A445-05F37A1526D6}"/>
              </a:ext>
            </a:extLst>
          </p:cNvPr>
          <p:cNvSpPr>
            <a:spLocks xmlns:a="http://schemas.openxmlformats.org/drawingml/2006/main" noGrp="1"/>
          </p:cNvSpPr>
          <p:nvPr/>
        </p:nvSpPr>
        <p:spPr>
          <a:xfrm xmlns:a="http://schemas.openxmlformats.org/drawingml/2006/main">
            <a:off x="8391525" y="1714500"/>
            <a:ext cx="2038350" cy="2038350"/>
          </a:xfrm>
          <a:prstGeom xmlns:a="http://schemas.openxmlformats.org/drawingml/2006/main" prst="ellipse">
            <a:avLst/>
          </a:prstGeom>
          <a:solidFill xmlns:a="http://schemas.openxmlformats.org/drawingml/2006/main">
            <a:srgbClr val="FFFFFF"/>
          </a:solidFill>
          <a:ln xmlns:a="http://schemas.openxmlformats.org/drawingml/2006/main" w="9525">
            <a:solidFill>
              <a:srgbClr val="D9DED9"/>
            </a:solidFill>
            <a:prstDash val="solid"/>
          </a:ln>
        </p:spPr>
      </p:sp>
      <p:sp>
        <p:nvSpPr>
          <p:cNvPr id="13" name="">
            <a:extLst xmlns:a="http://schemas.openxmlformats.org/drawingml/2006/main">
              <a:ext uri="{FF2B5EF4-FFF2-40B4-BE49-F238E27FC236}">
                <a16:creationId xmlns:a16="http://schemas.microsoft.com/office/drawing/2014/main" id="{06E1FFFC-0BE6-409B-8C0E-E167F495F582}"/>
              </a:ext>
            </a:extLst>
          </p:cNvPr>
          <p:cNvSpPr>
            <a:spLocks xmlns:a="http://schemas.openxmlformats.org/drawingml/2006/main" noGrp="1"/>
          </p:cNvSpPr>
          <p:nvPr/>
        </p:nvSpPr>
        <p:spPr>
          <a:xfrm xmlns:a="http://schemas.openxmlformats.org/drawingml/2006/main">
            <a:off x="8667750" y="2400300"/>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3225" b="0" i="0">
                <a:solidFill>
                  <a:srgbClr val="1E2D3C"/>
                </a:solidFill>
                <a:latin typeface="Georgia"/>
                <a:ea typeface="Georgia"/>
                <a:cs typeface="Georgia"/>
              </a:defRPr>
            </a:defPPr>
          </a:lstStyle>
          <a:p xmlns:a="http://schemas.openxmlformats.org/drawingml/2006/main">
            <a:pPr algn="ctr">
              <a:defRPr sz="3225" b="0" i="0">
                <a:solidFill>
                  <a:srgbClr val="1E2D3C"/>
                </a:solidFill>
                <a:latin typeface="Georgia"/>
                <a:ea typeface="Georgia"/>
                <a:cs typeface="Georgia"/>
              </a:defRPr>
            </a:pPr>
            <a:r>
              <a:rPr sz="3225" b="0" i="0">
                <a:solidFill>
                  <a:srgbClr val="1E2D3C"/>
                </a:solidFill>
                <a:latin typeface="Georgia"/>
                <a:ea typeface="Georgia"/>
                <a:cs typeface="Georgia"/>
              </a:rPr>
              <a:t>0–100</a:t>
            </a:r>
          </a:p>
        </p:txBody>
      </p:sp>
      <p:sp>
        <p:nvSpPr>
          <p:cNvPr id="14" name="">
            <a:extLst xmlns:a="http://schemas.openxmlformats.org/drawingml/2006/main">
              <a:ext uri="{FF2B5EF4-FFF2-40B4-BE49-F238E27FC236}">
                <a16:creationId xmlns:a16="http://schemas.microsoft.com/office/drawing/2014/main" id="{494DEDAE-CAEB-41DB-A1C3-B1CAC9A97900}"/>
              </a:ext>
            </a:extLst>
          </p:cNvPr>
          <p:cNvSpPr>
            <a:spLocks xmlns:a="http://schemas.openxmlformats.org/drawingml/2006/main" noGrp="1"/>
          </p:cNvSpPr>
          <p:nvPr/>
        </p:nvSpPr>
        <p:spPr>
          <a:xfrm xmlns:a="http://schemas.openxmlformats.org/drawingml/2006/main">
            <a:off x="8572500" y="3057525"/>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65717B"/>
                </a:solidFill>
                <a:latin typeface="Arial"/>
                <a:ea typeface="Arial"/>
                <a:cs typeface="Arial"/>
              </a:defRPr>
            </a:defPPr>
          </a:lstStyle>
          <a:p xmlns:a="http://schemas.openxmlformats.org/drawingml/2006/main">
            <a:pPr algn="ctr">
              <a:defRPr sz="900" b="1" i="0">
                <a:solidFill>
                  <a:srgbClr val="65717B"/>
                </a:solidFill>
                <a:latin typeface="Arial"/>
                <a:ea typeface="Arial"/>
                <a:cs typeface="Arial"/>
              </a:defRPr>
            </a:pPr>
            <a:r>
              <a:rPr sz="900" b="1" i="0">
                <a:solidFill>
                  <a:srgbClr val="65717B"/>
                </a:solidFill>
                <a:latin typeface="Arial"/>
                <a:ea typeface="Arial"/>
                <a:cs typeface="Arial"/>
              </a:rPr>
              <a:t>INDEKS TRIAGE</a:t>
            </a:r>
          </a:p>
        </p:txBody>
      </p:sp>
      <p:sp>
        <p:nvSpPr>
          <p:cNvPr id="15" name="">
            <a:extLst xmlns:a="http://schemas.openxmlformats.org/drawingml/2006/main">
              <a:ext uri="{FF2B5EF4-FFF2-40B4-BE49-F238E27FC236}">
                <a16:creationId xmlns:a16="http://schemas.microsoft.com/office/drawing/2014/main" id="{C7DE6738-D683-4126-9FD1-CD5C7B9C783A}"/>
              </a:ext>
            </a:extLst>
          </p:cNvPr>
          <p:cNvSpPr>
            <a:spLocks xmlns:a="http://schemas.openxmlformats.org/drawingml/2006/main" noGrp="1"/>
          </p:cNvSpPr>
          <p:nvPr/>
        </p:nvSpPr>
        <p:spPr>
          <a:xfrm xmlns:a="http://schemas.openxmlformats.org/drawingml/2006/main">
            <a:off x="8629650" y="3457575"/>
            <a:ext cx="15621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4915396-F0A4-4CB9-901B-0622829EDFA5}"/>
              </a:ext>
            </a:extLst>
          </p:cNvPr>
          <p:cNvSpPr>
            <a:spLocks xmlns:a="http://schemas.openxmlformats.org/drawingml/2006/main" noGrp="1"/>
          </p:cNvSpPr>
          <p:nvPr/>
        </p:nvSpPr>
        <p:spPr>
          <a:xfrm xmlns:a="http://schemas.openxmlformats.org/drawingml/2006/main">
            <a:off x="7934325" y="4686300"/>
            <a:ext cx="2971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65717B"/>
                </a:solidFill>
                <a:latin typeface="Arial"/>
                <a:ea typeface="Arial"/>
                <a:cs typeface="Arial"/>
              </a:defRPr>
            </a:defPPr>
          </a:lstStyle>
          <a:p xmlns:a="http://schemas.openxmlformats.org/drawingml/2006/main">
            <a:pPr algn="ctr">
              <a:defRPr sz="825" b="0" i="0">
                <a:solidFill>
                  <a:srgbClr val="65717B"/>
                </a:solidFill>
                <a:latin typeface="Arial"/>
                <a:ea typeface="Arial"/>
                <a:cs typeface="Arial"/>
              </a:defRPr>
            </a:pPr>
            <a:r>
              <a:rPr sz="825" b="0" i="0">
                <a:solidFill>
                  <a:srgbClr val="65717B"/>
                </a:solidFill>
                <a:latin typeface="Arial"/>
                <a:ea typeface="Arial"/>
                <a:cs typeface="Arial"/>
              </a:rPr>
              <a:t>LOW     MEDIUM     HIGH     CRITICAL</a:t>
            </a:r>
          </a:p>
        </p:txBody>
      </p:sp>
      <p:sp>
        <p:nvSpPr>
          <p:cNvPr id="17" name="">
            <a:extLst xmlns:a="http://schemas.openxmlformats.org/drawingml/2006/main">
              <a:ext uri="{FF2B5EF4-FFF2-40B4-BE49-F238E27FC236}">
                <a16:creationId xmlns:a16="http://schemas.microsoft.com/office/drawing/2014/main" id="{18822642-F1CD-4D62-89E0-D47C6A315962}"/>
              </a:ext>
            </a:extLst>
          </p:cNvPr>
          <p:cNvSpPr>
            <a:spLocks xmlns:a="http://schemas.openxmlformats.org/drawingml/2006/main" noGrp="1"/>
          </p:cNvSpPr>
          <p:nvPr/>
        </p:nvSpPr>
        <p:spPr>
          <a:xfrm xmlns:a="http://schemas.openxmlformats.org/drawingml/2006/main">
            <a:off x="8172450" y="5133975"/>
            <a:ext cx="76200" cy="76200"/>
          </a:xfrm>
          <a:prstGeom xmlns:a="http://schemas.openxmlformats.org/drawingml/2006/main" prst="ellipse">
            <a:avLst/>
          </a:prstGeom>
          <a:solidFill xmlns:a="http://schemas.openxmlformats.org/drawingml/2006/main">
            <a:srgbClr val="3B8B6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62B94C3-E553-4761-9F04-651F2D77FB3F}"/>
              </a:ext>
            </a:extLst>
          </p:cNvPr>
          <p:cNvSpPr>
            <a:spLocks xmlns:a="http://schemas.openxmlformats.org/drawingml/2006/main" noGrp="1"/>
          </p:cNvSpPr>
          <p:nvPr/>
        </p:nvSpPr>
        <p:spPr>
          <a:xfrm xmlns:a="http://schemas.openxmlformats.org/drawingml/2006/main">
            <a:off x="9020175" y="5133975"/>
            <a:ext cx="76200" cy="76200"/>
          </a:xfrm>
          <a:prstGeom xmlns:a="http://schemas.openxmlformats.org/drawingml/2006/main" prst="ellipse">
            <a:avLst/>
          </a:prstGeom>
          <a:solidFill xmlns:a="http://schemas.openxmlformats.org/drawingml/2006/main">
            <a:srgbClr val="B5843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D97A24F-6E6A-4359-B863-BE5341B8C4A0}"/>
              </a:ext>
            </a:extLst>
          </p:cNvPr>
          <p:cNvSpPr>
            <a:spLocks xmlns:a="http://schemas.openxmlformats.org/drawingml/2006/main" noGrp="1"/>
          </p:cNvSpPr>
          <p:nvPr/>
        </p:nvSpPr>
        <p:spPr>
          <a:xfrm xmlns:a="http://schemas.openxmlformats.org/drawingml/2006/main">
            <a:off x="9829800" y="5133975"/>
            <a:ext cx="76200" cy="76200"/>
          </a:xfrm>
          <a:prstGeom xmlns:a="http://schemas.openxmlformats.org/drawingml/2006/main" prst="ellipse">
            <a:avLst/>
          </a:prstGeom>
          <a:solidFill xmlns:a="http://schemas.openxmlformats.org/drawingml/2006/main">
            <a:srgbClr val="C8574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B8E74C4-2CCC-4564-B10C-BC97094C52D6}"/>
              </a:ext>
            </a:extLst>
          </p:cNvPr>
          <p:cNvSpPr>
            <a:spLocks xmlns:a="http://schemas.openxmlformats.org/drawingml/2006/main" noGrp="1"/>
          </p:cNvSpPr>
          <p:nvPr/>
        </p:nvSpPr>
        <p:spPr>
          <a:xfrm xmlns:a="http://schemas.openxmlformats.org/drawingml/2006/main">
            <a:off x="10677525" y="5133975"/>
            <a:ext cx="76200" cy="76200"/>
          </a:xfrm>
          <a:prstGeom xmlns:a="http://schemas.openxmlformats.org/drawingml/2006/main" prst="ellipse">
            <a:avLst/>
          </a:prstGeom>
          <a:solidFill xmlns:a="http://schemas.openxmlformats.org/drawingml/2006/main">
            <a:srgbClr val="AA343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536E2C3-A55B-44FB-95C3-1F2A41ED6EE9}"/>
              </a:ext>
            </a:extLst>
          </p:cNvPr>
          <p:cNvSpPr>
            <a:spLocks xmlns:a="http://schemas.openxmlformats.org/drawingml/2006/main" noGrp="1"/>
          </p:cNvSpPr>
          <p:nvPr/>
        </p:nvSpPr>
        <p:spPr>
          <a:xfrm xmlns:a="http://schemas.openxmlformats.org/drawingml/2006/main">
            <a:off x="7524750" y="5476875"/>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5717B"/>
                </a:solidFill>
                <a:latin typeface="Arial"/>
                <a:ea typeface="Arial"/>
                <a:cs typeface="Arial"/>
              </a:defRPr>
            </a:defPPr>
          </a:lstStyle>
          <a:p xmlns:a="http://schemas.openxmlformats.org/drawingml/2006/main">
            <a:pPr algn="ctr">
              <a:defRPr sz="1050" b="0" i="0">
                <a:solidFill>
                  <a:srgbClr val="65717B"/>
                </a:solidFill>
                <a:latin typeface="Arial"/>
                <a:ea typeface="Arial"/>
                <a:cs typeface="Arial"/>
              </a:defRPr>
            </a:pPr>
            <a:r>
              <a:rPr sz="1050" b="0" i="0">
                <a:solidFill>
                  <a:srgbClr val="65717B"/>
                </a:solidFill>
                <a:latin typeface="Arial"/>
                <a:ea typeface="Arial"/>
                <a:cs typeface="Arial"/>
              </a:rPr>
              <a:t>Klasifikasi untuk membantu reviewer memprioritaskan pemeriksaan</a:t>
            </a:r>
          </a:p>
        </p:txBody>
      </p:sp>
      <p:sp>
        <p:nvSpPr>
          <p:cNvPr id="22" name="">
            <a:extLst xmlns:a="http://schemas.openxmlformats.org/drawingml/2006/main">
              <a:ext uri="{FF2B5EF4-FFF2-40B4-BE49-F238E27FC236}">
                <a16:creationId xmlns:a16="http://schemas.microsoft.com/office/drawing/2014/main" id="{989FC098-3997-4F90-BAEE-E6A4C6567613}"/>
              </a:ext>
            </a:extLst>
          </p:cNvPr>
          <p:cNvSpPr>
            <a:spLocks xmlns:a="http://schemas.openxmlformats.org/drawingml/2006/main" noGrp="1"/>
          </p:cNvSpPr>
          <p:nvPr/>
        </p:nvSpPr>
        <p:spPr>
          <a:xfrm xmlns:a="http://schemas.openxmlformats.org/drawingml/2006/main">
            <a:off x="723900" y="6429375"/>
            <a:ext cx="107442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6CF3118-BDBB-4DAF-9C90-C97E1A55A60A}"/>
              </a:ext>
            </a:extLst>
          </p:cNvPr>
          <p:cNvSpPr>
            <a:spLocks xmlns:a="http://schemas.openxmlformats.org/drawingml/2006/main" noGrp="1"/>
          </p:cNvSpPr>
          <p:nvPr/>
        </p:nvSpPr>
        <p:spPr>
          <a:xfrm xmlns:a="http://schemas.openxmlformats.org/drawingml/2006/main">
            <a:off x="723900" y="65436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BIDSENTRY AI · IBM SKILLSBUILD 2026</a:t>
            </a:r>
          </a:p>
        </p:txBody>
      </p:sp>
      <p:sp>
        <p:nvSpPr>
          <p:cNvPr id="24" name="">
            <a:extLst xmlns:a="http://schemas.openxmlformats.org/drawingml/2006/main">
              <a:ext uri="{FF2B5EF4-FFF2-40B4-BE49-F238E27FC236}">
                <a16:creationId xmlns:a16="http://schemas.microsoft.com/office/drawing/2014/main" id="{77DBEAFF-AA30-4997-9581-0DDBABAE242C}"/>
              </a:ext>
            </a:extLst>
          </p:cNvPr>
          <p:cNvSpPr>
            <a:spLocks xmlns:a="http://schemas.openxmlformats.org/drawingml/2006/main" noGrp="1"/>
          </p:cNvSpPr>
          <p:nvPr/>
        </p:nvSpPr>
        <p:spPr>
          <a:xfrm xmlns:a="http://schemas.openxmlformats.org/drawingml/2006/main">
            <a:off x="10668000" y="6543675"/>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65717B"/>
                </a:solidFill>
                <a:latin typeface="Arial"/>
                <a:ea typeface="Arial"/>
                <a:cs typeface="Arial"/>
              </a:defRPr>
            </a:defPPr>
          </a:lstStyle>
          <a:p xmlns:a="http://schemas.openxmlformats.org/drawingml/2006/main">
            <a:pPr algn="r">
              <a:defRPr sz="825" b="0" i="0">
                <a:solidFill>
                  <a:srgbClr val="65717B"/>
                </a:solidFill>
                <a:latin typeface="Arial"/>
                <a:ea typeface="Arial"/>
                <a:cs typeface="Arial"/>
              </a:defRPr>
            </a:pPr>
            <a:r>
              <a:rPr sz="825" b="0" i="0">
                <a:solidFill>
                  <a:srgbClr val="65717B"/>
                </a:solidFill>
                <a:latin typeface="Arial"/>
                <a:ea typeface="Arial"/>
                <a:cs typeface="Arial"/>
              </a:rPr>
              <a:t>01 / 10</a:t>
            </a:r>
          </a:p>
        </p:txBody>
      </p:sp>
    </p:spTree>
    <p:extLst>
      <p:ext uri="{BB962C8B-B14F-4D97-AF65-F5344CB8AC3E}">
        <p14:creationId xmlns:p14="http://schemas.microsoft.com/office/powerpoint/2010/main" val="475042472"/>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062751A-98D1-4D4C-825E-987D4C5F73F8}"/>
              </a:ext>
            </a:extLst>
          </p:cNvPr>
          <p:cNvSpPr>
            <a:spLocks xmlns:a="http://schemas.openxmlformats.org/drawingml/2006/main" noGrp="1"/>
          </p:cNvSpPr>
          <p:nvPr/>
        </p:nvSpPr>
        <p:spPr>
          <a:xfrm xmlns:a="http://schemas.openxmlformats.org/drawingml/2006/main">
            <a:off x="723900" y="4572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0" i="0">
                <a:solidFill>
                  <a:srgbClr val="1E2D3C"/>
                </a:solidFill>
                <a:latin typeface="Georgia"/>
                <a:ea typeface="Georgia"/>
                <a:cs typeface="Georgia"/>
              </a:defRPr>
            </a:defPPr>
          </a:lstStyle>
          <a:p xmlns:a="http://schemas.openxmlformats.org/drawingml/2006/main">
            <a:pPr algn="l">
              <a:defRPr sz="2925" b="0" i="0">
                <a:solidFill>
                  <a:srgbClr val="1E2D3C"/>
                </a:solidFill>
                <a:latin typeface="Georgia"/>
                <a:ea typeface="Georgia"/>
                <a:cs typeface="Georgia"/>
              </a:defRPr>
            </a:pPr>
            <a:r>
              <a:rPr sz="2925" b="0" i="0">
                <a:solidFill>
                  <a:srgbClr val="1E2D3C"/>
                </a:solidFill>
                <a:latin typeface="Georgia"/>
                <a:ea typeface="Georgia"/>
                <a:cs typeface="Georgia"/>
              </a:rPr>
              <a:t>Masalah audit pengadaan</a:t>
            </a:r>
          </a:p>
        </p:txBody>
      </p:sp>
      <p:sp>
        <p:nvSpPr>
          <p:cNvPr id="2" name="">
            <a:extLst xmlns:a="http://schemas.openxmlformats.org/drawingml/2006/main">
              <a:ext uri="{FF2B5EF4-FFF2-40B4-BE49-F238E27FC236}">
                <a16:creationId xmlns:a16="http://schemas.microsoft.com/office/drawing/2014/main" id="{6680125F-FC92-4F75-9564-F449BD0B01D4}"/>
              </a:ext>
            </a:extLst>
          </p:cNvPr>
          <p:cNvSpPr>
            <a:spLocks xmlns:a="http://schemas.openxmlformats.org/drawingml/2006/main" noGrp="1"/>
          </p:cNvSpPr>
          <p:nvPr/>
        </p:nvSpPr>
        <p:spPr>
          <a:xfrm xmlns:a="http://schemas.openxmlformats.org/drawingml/2006/main">
            <a:off x="742950" y="1057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5717B"/>
                </a:solidFill>
                <a:latin typeface="Arial"/>
                <a:ea typeface="Arial"/>
                <a:cs typeface="Arial"/>
              </a:defRPr>
            </a:defPPr>
          </a:lstStyle>
          <a:p xmlns:a="http://schemas.openxmlformats.org/drawingml/2006/main">
            <a:pPr algn="l">
              <a:defRPr sz="1275" b="0" i="0">
                <a:solidFill>
                  <a:srgbClr val="65717B"/>
                </a:solidFill>
                <a:latin typeface="Arial"/>
                <a:ea typeface="Arial"/>
                <a:cs typeface="Arial"/>
              </a:defRPr>
            </a:pPr>
            <a:r>
              <a:rPr sz="1275" b="0" i="0">
                <a:solidFill>
                  <a:srgbClr val="65717B"/>
                </a:solidFill>
                <a:latin typeface="Arial"/>
                <a:ea typeface="Arial"/>
                <a:cs typeface="Arial"/>
              </a:rPr>
              <a:t>Pain point yang ingin kami kurangi</a:t>
            </a:r>
          </a:p>
        </p:txBody>
      </p:sp>
      <p:sp>
        <p:nvSpPr>
          <p:cNvPr id="3" name="">
            <a:extLst xmlns:a="http://schemas.openxmlformats.org/drawingml/2006/main">
              <a:ext uri="{FF2B5EF4-FFF2-40B4-BE49-F238E27FC236}">
                <a16:creationId xmlns:a16="http://schemas.microsoft.com/office/drawing/2014/main" id="{3649FCCD-CBC0-472E-A8EC-A0A70932A367}"/>
              </a:ext>
            </a:extLst>
          </p:cNvPr>
          <p:cNvSpPr>
            <a:spLocks xmlns:a="http://schemas.openxmlformats.org/drawingml/2006/main" noGrp="1"/>
          </p:cNvSpPr>
          <p:nvPr/>
        </p:nvSpPr>
        <p:spPr>
          <a:xfrm xmlns:a="http://schemas.openxmlformats.org/drawingml/2006/main">
            <a:off x="742950" y="1885950"/>
            <a:ext cx="3905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36"/>
          </a:bodyPr>
          <a:lstStyle xmlns:a="http://schemas.openxmlformats.org/drawingml/2006/main">
            <a:defPPr algn="l">
              <a:defRPr sz="3225" b="0" i="0">
                <a:solidFill>
                  <a:srgbClr val="1E2D3C"/>
                </a:solidFill>
                <a:latin typeface="Georgia"/>
                <a:ea typeface="Georgia"/>
                <a:cs typeface="Georgia"/>
              </a:defRPr>
            </a:defPPr>
          </a:lstStyle>
          <a:p xmlns:a="http://schemas.openxmlformats.org/drawingml/2006/main">
            <a:pPr algn="l">
              <a:defRPr sz="3225" b="0" i="0">
                <a:solidFill>
                  <a:srgbClr val="1E2D3C"/>
                </a:solidFill>
                <a:latin typeface="Georgia"/>
                <a:ea typeface="Georgia"/>
                <a:cs typeface="Georgia"/>
              </a:defRPr>
            </a:pPr>
            <a:r>
              <a:rPr sz="3225" b="0" i="0">
                <a:solidFill>
                  <a:srgbClr val="1E2D3C"/>
                </a:solidFill>
                <a:latin typeface="Georgia"/>
                <a:ea typeface="Georgia"/>
                <a:cs typeface="Georgia"/>
              </a:rPr>
              <a:t>Berkas banyak.</a:t>
            </a:r>
          </a:p>
          <a:p xmlns:a="http://schemas.openxmlformats.org/drawingml/2006/main">
            <a:pPr algn="l">
              <a:defRPr sz="3225" b="0" i="0">
                <a:solidFill>
                  <a:srgbClr val="1E2D3C"/>
                </a:solidFill>
                <a:latin typeface="Georgia"/>
                <a:ea typeface="Georgia"/>
                <a:cs typeface="Georgia"/>
              </a:defRPr>
            </a:pPr>
            <a:r>
              <a:rPr sz="3225" b="0" i="0">
                <a:solidFill>
                  <a:srgbClr val="1E2D3C"/>
                </a:solidFill>
                <a:latin typeface="Georgia"/>
                <a:ea typeface="Georgia"/>
                <a:cs typeface="Georgia"/>
              </a:rPr>
              <a:t>Waktu review terbatas.</a:t>
            </a:r>
          </a:p>
        </p:txBody>
      </p:sp>
      <p:sp>
        <p:nvSpPr>
          <p:cNvPr id="4" name="">
            <a:extLst xmlns:a="http://schemas.openxmlformats.org/drawingml/2006/main">
              <a:ext uri="{FF2B5EF4-FFF2-40B4-BE49-F238E27FC236}">
                <a16:creationId xmlns:a16="http://schemas.microsoft.com/office/drawing/2014/main" id="{416F9800-EB6E-490D-8315-DD3FF1FF5A41}"/>
              </a:ext>
            </a:extLst>
          </p:cNvPr>
          <p:cNvSpPr>
            <a:spLocks xmlns:a="http://schemas.openxmlformats.org/drawingml/2006/main" noGrp="1"/>
          </p:cNvSpPr>
          <p:nvPr/>
        </p:nvSpPr>
        <p:spPr>
          <a:xfrm xmlns:a="http://schemas.openxmlformats.org/drawingml/2006/main">
            <a:off x="762000" y="3495675"/>
            <a:ext cx="3714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65717B"/>
                </a:solidFill>
                <a:latin typeface="Arial"/>
                <a:ea typeface="Arial"/>
                <a:cs typeface="Arial"/>
              </a:defRPr>
            </a:defPPr>
          </a:lstStyle>
          <a:p xmlns:a="http://schemas.openxmlformats.org/drawingml/2006/main">
            <a:pPr algn="l">
              <a:defRPr sz="1425" b="0" i="0">
                <a:solidFill>
                  <a:srgbClr val="65717B"/>
                </a:solidFill>
                <a:latin typeface="Arial"/>
                <a:ea typeface="Arial"/>
                <a:cs typeface="Arial"/>
              </a:defRPr>
            </a:pPr>
            <a:r>
              <a:rPr sz="1425" b="0" i="0">
                <a:solidFill>
                  <a:srgbClr val="65717B"/>
                </a:solidFill>
                <a:latin typeface="Arial"/>
                <a:ea typeface="Arial"/>
                <a:cs typeface="Arial"/>
              </a:rPr>
              <a:t>Dokumen pemilihan, adendum, dan bukti perusahaan harus dibaca silang sebelum reviewer dapat menyimpulkan apa yang perlu diperiksa.</a:t>
            </a:r>
          </a:p>
        </p:txBody>
      </p:sp>
      <p:sp>
        <p:nvSpPr>
          <p:cNvPr id="5" name="">
            <a:extLst xmlns:a="http://schemas.openxmlformats.org/drawingml/2006/main">
              <a:ext uri="{FF2B5EF4-FFF2-40B4-BE49-F238E27FC236}">
                <a16:creationId xmlns:a16="http://schemas.microsoft.com/office/drawing/2014/main" id="{9F1CD6C9-E447-4B55-AE47-B87D2F0E46E7}"/>
              </a:ext>
            </a:extLst>
          </p:cNvPr>
          <p:cNvSpPr>
            <a:spLocks xmlns:a="http://schemas.openxmlformats.org/drawingml/2006/main" noGrp="1"/>
          </p:cNvSpPr>
          <p:nvPr/>
        </p:nvSpPr>
        <p:spPr>
          <a:xfrm xmlns:a="http://schemas.openxmlformats.org/drawingml/2006/main">
            <a:off x="5219700" y="17907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3B8B68"/>
                </a:solidFill>
                <a:latin typeface="Georgia"/>
                <a:ea typeface="Georgia"/>
                <a:cs typeface="Georgia"/>
              </a:defRPr>
            </a:defPPr>
          </a:lstStyle>
          <a:p xmlns:a="http://schemas.openxmlformats.org/drawingml/2006/main">
            <a:pPr algn="l">
              <a:defRPr sz="1425" b="0" i="0">
                <a:solidFill>
                  <a:srgbClr val="3B8B68"/>
                </a:solidFill>
                <a:latin typeface="Georgia"/>
                <a:ea typeface="Georgia"/>
                <a:cs typeface="Georgia"/>
              </a:defRPr>
            </a:pPr>
            <a:r>
              <a:rPr sz="1425" b="0" i="0">
                <a:solidFill>
                  <a:srgbClr val="3B8B68"/>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55EFCD9C-EC5C-42E0-A103-850F977A80F6}"/>
              </a:ext>
            </a:extLst>
          </p:cNvPr>
          <p:cNvSpPr>
            <a:spLocks xmlns:a="http://schemas.openxmlformats.org/drawingml/2006/main" noGrp="1"/>
          </p:cNvSpPr>
          <p:nvPr/>
        </p:nvSpPr>
        <p:spPr>
          <a:xfrm xmlns:a="http://schemas.openxmlformats.org/drawingml/2006/main">
            <a:off x="5848350" y="173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E2D3C"/>
                </a:solidFill>
                <a:latin typeface="Arial"/>
                <a:ea typeface="Arial"/>
                <a:cs typeface="Arial"/>
              </a:defRPr>
            </a:defPPr>
          </a:lstStyle>
          <a:p xmlns:a="http://schemas.openxmlformats.org/drawingml/2006/main">
            <a:pPr algn="l">
              <a:defRPr sz="1800" b="1" i="0">
                <a:solidFill>
                  <a:srgbClr val="1E2D3C"/>
                </a:solidFill>
                <a:latin typeface="Arial"/>
                <a:ea typeface="Arial"/>
                <a:cs typeface="Arial"/>
              </a:defRPr>
            </a:pPr>
            <a:r>
              <a:rPr sz="1800" b="1" i="0">
                <a:solidFill>
                  <a:srgbClr val="1E2D3C"/>
                </a:solidFill>
                <a:latin typeface="Arial"/>
                <a:ea typeface="Arial"/>
                <a:cs typeface="Arial"/>
              </a:rPr>
              <a:t>Dokumen tersebar</a:t>
            </a:r>
          </a:p>
        </p:txBody>
      </p:sp>
      <p:sp>
        <p:nvSpPr>
          <p:cNvPr id="7" name="">
            <a:extLst xmlns:a="http://schemas.openxmlformats.org/drawingml/2006/main">
              <a:ext uri="{FF2B5EF4-FFF2-40B4-BE49-F238E27FC236}">
                <a16:creationId xmlns:a16="http://schemas.microsoft.com/office/drawing/2014/main" id="{5D936580-23C2-4743-B9DE-DFDCA961AA29}"/>
              </a:ext>
            </a:extLst>
          </p:cNvPr>
          <p:cNvSpPr>
            <a:spLocks xmlns:a="http://schemas.openxmlformats.org/drawingml/2006/main" noGrp="1"/>
          </p:cNvSpPr>
          <p:nvPr/>
        </p:nvSpPr>
        <p:spPr>
          <a:xfrm xmlns:a="http://schemas.openxmlformats.org/drawingml/2006/main">
            <a:off x="5848350" y="2105025"/>
            <a:ext cx="523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65717B"/>
                </a:solidFill>
                <a:latin typeface="Arial"/>
                <a:ea typeface="Arial"/>
                <a:cs typeface="Arial"/>
              </a:defRPr>
            </a:defPPr>
          </a:lstStyle>
          <a:p xmlns:a="http://schemas.openxmlformats.org/drawingml/2006/main">
            <a:pPr algn="l">
              <a:defRPr sz="1200" b="0" i="0">
                <a:solidFill>
                  <a:srgbClr val="65717B"/>
                </a:solidFill>
                <a:latin typeface="Arial"/>
                <a:ea typeface="Arial"/>
                <a:cs typeface="Arial"/>
              </a:defRPr>
            </a:pPr>
            <a:r>
              <a:rPr sz="1200" b="0" i="0">
                <a:solidFill>
                  <a:srgbClr val="65717B"/>
                </a:solidFill>
                <a:latin typeface="Arial"/>
                <a:ea typeface="Arial"/>
                <a:cs typeface="Arial"/>
              </a:rPr>
              <a:t>Konteks dan perubahan klausul tersimpan di beberapa berkas.</a:t>
            </a:r>
          </a:p>
        </p:txBody>
      </p:sp>
      <p:sp>
        <p:nvSpPr>
          <p:cNvPr id="8" name="">
            <a:extLst xmlns:a="http://schemas.openxmlformats.org/drawingml/2006/main">
              <a:ext uri="{FF2B5EF4-FFF2-40B4-BE49-F238E27FC236}">
                <a16:creationId xmlns:a16="http://schemas.microsoft.com/office/drawing/2014/main" id="{7A543E67-2606-4543-9F28-AC213765A185}"/>
              </a:ext>
            </a:extLst>
          </p:cNvPr>
          <p:cNvSpPr>
            <a:spLocks xmlns:a="http://schemas.openxmlformats.org/drawingml/2006/main" noGrp="1"/>
          </p:cNvSpPr>
          <p:nvPr/>
        </p:nvSpPr>
        <p:spPr>
          <a:xfrm xmlns:a="http://schemas.openxmlformats.org/drawingml/2006/main">
            <a:off x="5219700" y="2733675"/>
            <a:ext cx="59055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5BA18D3-B923-42BE-83FE-3A9B2985A982}"/>
              </a:ext>
            </a:extLst>
          </p:cNvPr>
          <p:cNvSpPr>
            <a:spLocks xmlns:a="http://schemas.openxmlformats.org/drawingml/2006/main" noGrp="1"/>
          </p:cNvSpPr>
          <p:nvPr/>
        </p:nvSpPr>
        <p:spPr>
          <a:xfrm xmlns:a="http://schemas.openxmlformats.org/drawingml/2006/main">
            <a:off x="5219700" y="3048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3B8B68"/>
                </a:solidFill>
                <a:latin typeface="Georgia"/>
                <a:ea typeface="Georgia"/>
                <a:cs typeface="Georgia"/>
              </a:defRPr>
            </a:defPPr>
          </a:lstStyle>
          <a:p xmlns:a="http://schemas.openxmlformats.org/drawingml/2006/main">
            <a:pPr algn="l">
              <a:defRPr sz="1425" b="0" i="0">
                <a:solidFill>
                  <a:srgbClr val="3B8B68"/>
                </a:solidFill>
                <a:latin typeface="Georgia"/>
                <a:ea typeface="Georgia"/>
                <a:cs typeface="Georgia"/>
              </a:defRPr>
            </a:pPr>
            <a:r>
              <a:rPr sz="1425" b="0" i="0">
                <a:solidFill>
                  <a:srgbClr val="3B8B68"/>
                </a:solidFill>
                <a:latin typeface="Georgia"/>
                <a:ea typeface="Georgia"/>
                <a:cs typeface="Georgia"/>
              </a:rPr>
              <a:t>02</a:t>
            </a:r>
          </a:p>
        </p:txBody>
      </p:sp>
      <p:sp>
        <p:nvSpPr>
          <p:cNvPr id="10" name="">
            <a:extLst xmlns:a="http://schemas.openxmlformats.org/drawingml/2006/main">
              <a:ext uri="{FF2B5EF4-FFF2-40B4-BE49-F238E27FC236}">
                <a16:creationId xmlns:a16="http://schemas.microsoft.com/office/drawing/2014/main" id="{94DA620E-3FCE-40D2-AE87-0B9E0F5B5C83}"/>
              </a:ext>
            </a:extLst>
          </p:cNvPr>
          <p:cNvSpPr>
            <a:spLocks xmlns:a="http://schemas.openxmlformats.org/drawingml/2006/main" noGrp="1"/>
          </p:cNvSpPr>
          <p:nvPr/>
        </p:nvSpPr>
        <p:spPr>
          <a:xfrm xmlns:a="http://schemas.openxmlformats.org/drawingml/2006/main">
            <a:off x="5848350" y="2990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E2D3C"/>
                </a:solidFill>
                <a:latin typeface="Arial"/>
                <a:ea typeface="Arial"/>
                <a:cs typeface="Arial"/>
              </a:defRPr>
            </a:defPPr>
          </a:lstStyle>
          <a:p xmlns:a="http://schemas.openxmlformats.org/drawingml/2006/main">
            <a:pPr algn="l">
              <a:defRPr sz="1800" b="1" i="0">
                <a:solidFill>
                  <a:srgbClr val="1E2D3C"/>
                </a:solidFill>
                <a:latin typeface="Arial"/>
                <a:ea typeface="Arial"/>
                <a:cs typeface="Arial"/>
              </a:defRPr>
            </a:pPr>
            <a:r>
              <a:rPr sz="1800" b="1" i="0">
                <a:solidFill>
                  <a:srgbClr val="1E2D3C"/>
                </a:solidFill>
                <a:latin typeface="Arial"/>
                <a:ea typeface="Arial"/>
                <a:cs typeface="Arial"/>
              </a:rPr>
              <a:t>Pemeriksaan berulang</a:t>
            </a:r>
          </a:p>
        </p:txBody>
      </p:sp>
      <p:sp>
        <p:nvSpPr>
          <p:cNvPr id="11" name="">
            <a:extLst xmlns:a="http://schemas.openxmlformats.org/drawingml/2006/main">
              <a:ext uri="{FF2B5EF4-FFF2-40B4-BE49-F238E27FC236}">
                <a16:creationId xmlns:a16="http://schemas.microsoft.com/office/drawing/2014/main" id="{1D7DFAAE-D8FE-4A9A-BE4E-4D288BE361FB}"/>
              </a:ext>
            </a:extLst>
          </p:cNvPr>
          <p:cNvSpPr>
            <a:spLocks xmlns:a="http://schemas.openxmlformats.org/drawingml/2006/main" noGrp="1"/>
          </p:cNvSpPr>
          <p:nvPr/>
        </p:nvSpPr>
        <p:spPr>
          <a:xfrm xmlns:a="http://schemas.openxmlformats.org/drawingml/2006/main">
            <a:off x="5848350" y="3362325"/>
            <a:ext cx="523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65717B"/>
                </a:solidFill>
                <a:latin typeface="Arial"/>
                <a:ea typeface="Arial"/>
                <a:cs typeface="Arial"/>
              </a:defRPr>
            </a:defPPr>
          </a:lstStyle>
          <a:p xmlns:a="http://schemas.openxmlformats.org/drawingml/2006/main">
            <a:pPr algn="l">
              <a:defRPr sz="1200" b="0" i="0">
                <a:solidFill>
                  <a:srgbClr val="65717B"/>
                </a:solidFill>
                <a:latin typeface="Arial"/>
                <a:ea typeface="Arial"/>
                <a:cs typeface="Arial"/>
              </a:defRPr>
            </a:pPr>
            <a:r>
              <a:rPr sz="1200" b="0" i="0">
                <a:solidFill>
                  <a:srgbClr val="65717B"/>
                </a:solidFill>
                <a:latin typeface="Arial"/>
                <a:ea typeface="Arial"/>
                <a:cs typeface="Arial"/>
              </a:rPr>
              <a:t>Review manual membuat konsistensi antar paket sulit dijaga.</a:t>
            </a:r>
          </a:p>
        </p:txBody>
      </p:sp>
      <p:sp>
        <p:nvSpPr>
          <p:cNvPr id="12" name="">
            <a:extLst xmlns:a="http://schemas.openxmlformats.org/drawingml/2006/main">
              <a:ext uri="{FF2B5EF4-FFF2-40B4-BE49-F238E27FC236}">
                <a16:creationId xmlns:a16="http://schemas.microsoft.com/office/drawing/2014/main" id="{AD8F59A9-9975-4510-BE8E-8A9F280C4BCD}"/>
              </a:ext>
            </a:extLst>
          </p:cNvPr>
          <p:cNvSpPr>
            <a:spLocks xmlns:a="http://schemas.openxmlformats.org/drawingml/2006/main" noGrp="1"/>
          </p:cNvSpPr>
          <p:nvPr/>
        </p:nvSpPr>
        <p:spPr>
          <a:xfrm xmlns:a="http://schemas.openxmlformats.org/drawingml/2006/main">
            <a:off x="5219700" y="3990975"/>
            <a:ext cx="59055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FF7B32B-A453-4C00-B131-D21ACF24911C}"/>
              </a:ext>
            </a:extLst>
          </p:cNvPr>
          <p:cNvSpPr>
            <a:spLocks xmlns:a="http://schemas.openxmlformats.org/drawingml/2006/main" noGrp="1"/>
          </p:cNvSpPr>
          <p:nvPr/>
        </p:nvSpPr>
        <p:spPr>
          <a:xfrm xmlns:a="http://schemas.openxmlformats.org/drawingml/2006/main">
            <a:off x="5219700" y="43053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3B8B68"/>
                </a:solidFill>
                <a:latin typeface="Georgia"/>
                <a:ea typeface="Georgia"/>
                <a:cs typeface="Georgia"/>
              </a:defRPr>
            </a:defPPr>
          </a:lstStyle>
          <a:p xmlns:a="http://schemas.openxmlformats.org/drawingml/2006/main">
            <a:pPr algn="l">
              <a:defRPr sz="1425" b="0" i="0">
                <a:solidFill>
                  <a:srgbClr val="3B8B68"/>
                </a:solidFill>
                <a:latin typeface="Georgia"/>
                <a:ea typeface="Georgia"/>
                <a:cs typeface="Georgia"/>
              </a:defRPr>
            </a:pPr>
            <a:r>
              <a:rPr sz="1425" b="0" i="0">
                <a:solidFill>
                  <a:srgbClr val="3B8B68"/>
                </a:solidFill>
                <a:latin typeface="Georgia"/>
                <a:ea typeface="Georgia"/>
                <a:cs typeface="Georgia"/>
              </a:rPr>
              <a:t>03</a:t>
            </a:r>
          </a:p>
        </p:txBody>
      </p:sp>
      <p:sp>
        <p:nvSpPr>
          <p:cNvPr id="14" name="">
            <a:extLst xmlns:a="http://schemas.openxmlformats.org/drawingml/2006/main">
              <a:ext uri="{FF2B5EF4-FFF2-40B4-BE49-F238E27FC236}">
                <a16:creationId xmlns:a16="http://schemas.microsoft.com/office/drawing/2014/main" id="{8D77AAF0-AE4B-44B5-88DD-7898D7778E70}"/>
              </a:ext>
            </a:extLst>
          </p:cNvPr>
          <p:cNvSpPr>
            <a:spLocks xmlns:a="http://schemas.openxmlformats.org/drawingml/2006/main" noGrp="1"/>
          </p:cNvSpPr>
          <p:nvPr/>
        </p:nvSpPr>
        <p:spPr>
          <a:xfrm xmlns:a="http://schemas.openxmlformats.org/drawingml/2006/main">
            <a:off x="5848350" y="4248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E2D3C"/>
                </a:solidFill>
                <a:latin typeface="Arial"/>
                <a:ea typeface="Arial"/>
                <a:cs typeface="Arial"/>
              </a:defRPr>
            </a:defPPr>
          </a:lstStyle>
          <a:p xmlns:a="http://schemas.openxmlformats.org/drawingml/2006/main">
            <a:pPr algn="l">
              <a:defRPr sz="1800" b="1" i="0">
                <a:solidFill>
                  <a:srgbClr val="1E2D3C"/>
                </a:solidFill>
                <a:latin typeface="Arial"/>
                <a:ea typeface="Arial"/>
                <a:cs typeface="Arial"/>
              </a:defRPr>
            </a:pPr>
            <a:r>
              <a:rPr sz="1800" b="1" i="0">
                <a:solidFill>
                  <a:srgbClr val="1E2D3C"/>
                </a:solidFill>
                <a:latin typeface="Arial"/>
                <a:ea typeface="Arial"/>
                <a:cs typeface="Arial"/>
              </a:rPr>
              <a:t>Sinyal risiko samar</a:t>
            </a:r>
          </a:p>
        </p:txBody>
      </p:sp>
      <p:sp>
        <p:nvSpPr>
          <p:cNvPr id="15" name="">
            <a:extLst xmlns:a="http://schemas.openxmlformats.org/drawingml/2006/main">
              <a:ext uri="{FF2B5EF4-FFF2-40B4-BE49-F238E27FC236}">
                <a16:creationId xmlns:a16="http://schemas.microsoft.com/office/drawing/2014/main" id="{E78E6FF3-FFD1-4FCD-ADBC-4A7681921B7F}"/>
              </a:ext>
            </a:extLst>
          </p:cNvPr>
          <p:cNvSpPr>
            <a:spLocks xmlns:a="http://schemas.openxmlformats.org/drawingml/2006/main" noGrp="1"/>
          </p:cNvSpPr>
          <p:nvPr/>
        </p:nvSpPr>
        <p:spPr>
          <a:xfrm xmlns:a="http://schemas.openxmlformats.org/drawingml/2006/main">
            <a:off x="5848350" y="4619625"/>
            <a:ext cx="523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65717B"/>
                </a:solidFill>
                <a:latin typeface="Arial"/>
                <a:ea typeface="Arial"/>
                <a:cs typeface="Arial"/>
              </a:defRPr>
            </a:defPPr>
          </a:lstStyle>
          <a:p xmlns:a="http://schemas.openxmlformats.org/drawingml/2006/main">
            <a:pPr algn="l">
              <a:defRPr sz="1200" b="0" i="0">
                <a:solidFill>
                  <a:srgbClr val="65717B"/>
                </a:solidFill>
                <a:latin typeface="Arial"/>
                <a:ea typeface="Arial"/>
                <a:cs typeface="Arial"/>
              </a:defRPr>
            </a:pPr>
            <a:r>
              <a:rPr sz="1200" b="0" i="0">
                <a:solidFill>
                  <a:srgbClr val="65717B"/>
                </a:solidFill>
                <a:latin typeface="Arial"/>
                <a:ea typeface="Arial"/>
                <a:cs typeface="Arial"/>
              </a:rPr>
              <a:t>Syarat kabur, kredensial kedaluwarsa, atau denda tak terbatas bisa terlewat.</a:t>
            </a:r>
          </a:p>
        </p:txBody>
      </p:sp>
      <p:sp>
        <p:nvSpPr>
          <p:cNvPr id="16" name="">
            <a:extLst xmlns:a="http://schemas.openxmlformats.org/drawingml/2006/main">
              <a:ext uri="{FF2B5EF4-FFF2-40B4-BE49-F238E27FC236}">
                <a16:creationId xmlns:a16="http://schemas.microsoft.com/office/drawing/2014/main" id="{20E1E613-6376-446A-A61D-8633D9727C87}"/>
              </a:ext>
            </a:extLst>
          </p:cNvPr>
          <p:cNvSpPr>
            <a:spLocks xmlns:a="http://schemas.openxmlformats.org/drawingml/2006/main" noGrp="1"/>
          </p:cNvSpPr>
          <p:nvPr/>
        </p:nvSpPr>
        <p:spPr>
          <a:xfrm xmlns:a="http://schemas.openxmlformats.org/drawingml/2006/main">
            <a:off x="5219700" y="5248275"/>
            <a:ext cx="59055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DB5ED6D-0EBE-4A17-A4E1-E1B2C306A950}"/>
              </a:ext>
            </a:extLst>
          </p:cNvPr>
          <p:cNvSpPr>
            <a:spLocks xmlns:a="http://schemas.openxmlformats.org/drawingml/2006/main" noGrp="1"/>
          </p:cNvSpPr>
          <p:nvPr/>
        </p:nvSpPr>
        <p:spPr>
          <a:xfrm xmlns:a="http://schemas.openxmlformats.org/drawingml/2006/main">
            <a:off x="5219700" y="56578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E2D3C"/>
                </a:solidFill>
                <a:latin typeface="Georgia"/>
                <a:ea typeface="Georgia"/>
                <a:cs typeface="Georgia"/>
              </a:defRPr>
            </a:defPPr>
          </a:lstStyle>
          <a:p xmlns:a="http://schemas.openxmlformats.org/drawingml/2006/main">
            <a:pPr algn="l">
              <a:defRPr sz="1350" b="0" i="0">
                <a:solidFill>
                  <a:srgbClr val="1E2D3C"/>
                </a:solidFill>
                <a:latin typeface="Georgia"/>
                <a:ea typeface="Georgia"/>
                <a:cs typeface="Georgia"/>
              </a:defRPr>
            </a:pPr>
            <a:r>
              <a:rPr sz="1350" b="0" i="0">
                <a:solidFill>
                  <a:srgbClr val="1E2D3C"/>
                </a:solidFill>
                <a:latin typeface="Georgia"/>
                <a:ea typeface="Georgia"/>
                <a:cs typeface="Georgia"/>
              </a:rPr>
              <a:t>Reviewer membutuhkan sinyal yang bisa dijelaskan dan diperiksa kembali.</a:t>
            </a:r>
          </a:p>
        </p:txBody>
      </p:sp>
      <p:sp>
        <p:nvSpPr>
          <p:cNvPr id="18" name="">
            <a:extLst xmlns:a="http://schemas.openxmlformats.org/drawingml/2006/main">
              <a:ext uri="{FF2B5EF4-FFF2-40B4-BE49-F238E27FC236}">
                <a16:creationId xmlns:a16="http://schemas.microsoft.com/office/drawing/2014/main" id="{97BDD428-776B-4773-BD86-A2E3B1209F46}"/>
              </a:ext>
            </a:extLst>
          </p:cNvPr>
          <p:cNvSpPr>
            <a:spLocks xmlns:a="http://schemas.openxmlformats.org/drawingml/2006/main" noGrp="1"/>
          </p:cNvSpPr>
          <p:nvPr/>
        </p:nvSpPr>
        <p:spPr>
          <a:xfrm xmlns:a="http://schemas.openxmlformats.org/drawingml/2006/main">
            <a:off x="723900" y="6429375"/>
            <a:ext cx="107442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7C2A6DA-DAAE-44D4-BB47-C2003BB68EA4}"/>
              </a:ext>
            </a:extLst>
          </p:cNvPr>
          <p:cNvSpPr>
            <a:spLocks xmlns:a="http://schemas.openxmlformats.org/drawingml/2006/main" noGrp="1"/>
          </p:cNvSpPr>
          <p:nvPr/>
        </p:nvSpPr>
        <p:spPr>
          <a:xfrm xmlns:a="http://schemas.openxmlformats.org/drawingml/2006/main">
            <a:off x="723900" y="65436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BIDSENTRY AI · IBM SKILLSBUILD 2026</a:t>
            </a:r>
          </a:p>
        </p:txBody>
      </p:sp>
      <p:sp>
        <p:nvSpPr>
          <p:cNvPr id="20" name="">
            <a:extLst xmlns:a="http://schemas.openxmlformats.org/drawingml/2006/main">
              <a:ext uri="{FF2B5EF4-FFF2-40B4-BE49-F238E27FC236}">
                <a16:creationId xmlns:a16="http://schemas.microsoft.com/office/drawing/2014/main" id="{111A0B71-42C8-40B0-AEC7-F500271DF8CB}"/>
              </a:ext>
            </a:extLst>
          </p:cNvPr>
          <p:cNvSpPr>
            <a:spLocks xmlns:a="http://schemas.openxmlformats.org/drawingml/2006/main" noGrp="1"/>
          </p:cNvSpPr>
          <p:nvPr/>
        </p:nvSpPr>
        <p:spPr>
          <a:xfrm xmlns:a="http://schemas.openxmlformats.org/drawingml/2006/main">
            <a:off x="10668000" y="6543675"/>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65717B"/>
                </a:solidFill>
                <a:latin typeface="Arial"/>
                <a:ea typeface="Arial"/>
                <a:cs typeface="Arial"/>
              </a:defRPr>
            </a:defPPr>
          </a:lstStyle>
          <a:p xmlns:a="http://schemas.openxmlformats.org/drawingml/2006/main">
            <a:pPr algn="r">
              <a:defRPr sz="825" b="0" i="0">
                <a:solidFill>
                  <a:srgbClr val="65717B"/>
                </a:solidFill>
                <a:latin typeface="Arial"/>
                <a:ea typeface="Arial"/>
                <a:cs typeface="Arial"/>
              </a:defRPr>
            </a:pPr>
            <a:r>
              <a:rPr sz="825" b="0" i="0">
                <a:solidFill>
                  <a:srgbClr val="65717B"/>
                </a:solidFill>
                <a:latin typeface="Arial"/>
                <a:ea typeface="Arial"/>
                <a:cs typeface="Arial"/>
              </a:rPr>
              <a:t>02 / 10</a:t>
            </a:r>
          </a:p>
        </p:txBody>
      </p:sp>
    </p:spTree>
    <p:extLst>
      <p:ext uri="{BB962C8B-B14F-4D97-AF65-F5344CB8AC3E}">
        <p14:creationId xmlns:p14="http://schemas.microsoft.com/office/powerpoint/2010/main" val="751674665"/>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3BF2174-B4C2-44F3-9276-C2459E092B07}"/>
              </a:ext>
            </a:extLst>
          </p:cNvPr>
          <p:cNvSpPr>
            <a:spLocks xmlns:a="http://schemas.openxmlformats.org/drawingml/2006/main" noGrp="1"/>
          </p:cNvSpPr>
          <p:nvPr/>
        </p:nvSpPr>
        <p:spPr>
          <a:xfrm xmlns:a="http://schemas.openxmlformats.org/drawingml/2006/main">
            <a:off x="723900" y="4572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0" i="0">
                <a:solidFill>
                  <a:srgbClr val="1E2D3C"/>
                </a:solidFill>
                <a:latin typeface="Georgia"/>
                <a:ea typeface="Georgia"/>
                <a:cs typeface="Georgia"/>
              </a:defRPr>
            </a:defPPr>
          </a:lstStyle>
          <a:p xmlns:a="http://schemas.openxmlformats.org/drawingml/2006/main">
            <a:pPr algn="l">
              <a:defRPr sz="2925" b="0" i="0">
                <a:solidFill>
                  <a:srgbClr val="1E2D3C"/>
                </a:solidFill>
                <a:latin typeface="Georgia"/>
                <a:ea typeface="Georgia"/>
                <a:cs typeface="Georgia"/>
              </a:defRPr>
            </a:pPr>
            <a:r>
              <a:rPr sz="2925" b="0" i="0">
                <a:solidFill>
                  <a:srgbClr val="1E2D3C"/>
                </a:solidFill>
                <a:latin typeface="Georgia"/>
                <a:ea typeface="Georgia"/>
                <a:cs typeface="Georgia"/>
              </a:rPr>
              <a:t>Solusi dan nilai</a:t>
            </a:r>
          </a:p>
        </p:txBody>
      </p:sp>
      <p:sp>
        <p:nvSpPr>
          <p:cNvPr id="2" name="">
            <a:extLst xmlns:a="http://schemas.openxmlformats.org/drawingml/2006/main">
              <a:ext uri="{FF2B5EF4-FFF2-40B4-BE49-F238E27FC236}">
                <a16:creationId xmlns:a16="http://schemas.microsoft.com/office/drawing/2014/main" id="{722FA2E5-F718-4E20-B90E-6FE2F4F01923}"/>
              </a:ext>
            </a:extLst>
          </p:cNvPr>
          <p:cNvSpPr>
            <a:spLocks xmlns:a="http://schemas.openxmlformats.org/drawingml/2006/main" noGrp="1"/>
          </p:cNvSpPr>
          <p:nvPr/>
        </p:nvSpPr>
        <p:spPr>
          <a:xfrm xmlns:a="http://schemas.openxmlformats.org/drawingml/2006/main">
            <a:off x="742950" y="1057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5717B"/>
                </a:solidFill>
                <a:latin typeface="Arial"/>
                <a:ea typeface="Arial"/>
                <a:cs typeface="Arial"/>
              </a:defRPr>
            </a:defPPr>
          </a:lstStyle>
          <a:p xmlns:a="http://schemas.openxmlformats.org/drawingml/2006/main">
            <a:pPr algn="l">
              <a:defRPr sz="1275" b="0" i="0">
                <a:solidFill>
                  <a:srgbClr val="65717B"/>
                </a:solidFill>
                <a:latin typeface="Arial"/>
                <a:ea typeface="Arial"/>
                <a:cs typeface="Arial"/>
              </a:defRPr>
            </a:pPr>
            <a:r>
              <a:rPr sz="1275" b="0" i="0">
                <a:solidFill>
                  <a:srgbClr val="65717B"/>
                </a:solidFill>
                <a:latin typeface="Arial"/>
                <a:ea typeface="Arial"/>
                <a:cs typeface="Arial"/>
              </a:rPr>
              <a:t>Satu alur dari dokumen sampai review manusia</a:t>
            </a:r>
          </a:p>
        </p:txBody>
      </p:sp>
      <p:sp>
        <p:nvSpPr>
          <p:cNvPr id="3" name="">
            <a:extLst xmlns:a="http://schemas.openxmlformats.org/drawingml/2006/main">
              <a:ext uri="{FF2B5EF4-FFF2-40B4-BE49-F238E27FC236}">
                <a16:creationId xmlns:a16="http://schemas.microsoft.com/office/drawing/2014/main" id="{938165A4-417D-42EC-88A3-76355FFFA523}"/>
              </a:ext>
            </a:extLst>
          </p:cNvPr>
          <p:cNvSpPr>
            <a:spLocks xmlns:a="http://schemas.openxmlformats.org/drawingml/2006/main" noGrp="1"/>
          </p:cNvSpPr>
          <p:nvPr/>
        </p:nvSpPr>
        <p:spPr>
          <a:xfrm xmlns:a="http://schemas.openxmlformats.org/drawingml/2006/main">
            <a:off x="1362075" y="1876425"/>
            <a:ext cx="876300"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D9DED9"/>
            </a:solidFill>
            <a:prstDash val="solid"/>
          </a:ln>
        </p:spPr>
      </p:sp>
      <p:sp>
        <p:nvSpPr>
          <p:cNvPr id="4" name="">
            <a:extLst xmlns:a="http://schemas.openxmlformats.org/drawingml/2006/main">
              <a:ext uri="{FF2B5EF4-FFF2-40B4-BE49-F238E27FC236}">
                <a16:creationId xmlns:a16="http://schemas.microsoft.com/office/drawing/2014/main" id="{BDDDFACB-1FE4-4D4D-9151-D85805345A2F}"/>
              </a:ext>
            </a:extLst>
          </p:cNvPr>
          <p:cNvSpPr>
            <a:spLocks xmlns:a="http://schemas.openxmlformats.org/drawingml/2006/main" noGrp="1"/>
          </p:cNvSpPr>
          <p:nvPr/>
        </p:nvSpPr>
        <p:spPr>
          <a:xfrm xmlns:a="http://schemas.openxmlformats.org/drawingml/2006/main">
            <a:off x="1362075" y="2133600"/>
            <a:ext cx="87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0" i="0">
                <a:solidFill>
                  <a:srgbClr val="3B8B68"/>
                </a:solidFill>
                <a:latin typeface="Georgia"/>
                <a:ea typeface="Georgia"/>
                <a:cs typeface="Georgia"/>
              </a:defRPr>
            </a:defPPr>
          </a:lstStyle>
          <a:p xmlns:a="http://schemas.openxmlformats.org/drawingml/2006/main">
            <a:pPr algn="ctr">
              <a:defRPr sz="1875" b="0" i="0">
                <a:solidFill>
                  <a:srgbClr val="3B8B68"/>
                </a:solidFill>
                <a:latin typeface="Georgia"/>
                <a:ea typeface="Georgia"/>
                <a:cs typeface="Georgia"/>
              </a:defRPr>
            </a:pPr>
            <a:r>
              <a:rPr sz="1875" b="0" i="0">
                <a:solidFill>
                  <a:srgbClr val="3B8B68"/>
                </a:solidFill>
                <a:latin typeface="Georgia"/>
                <a:ea typeface="Georgia"/>
                <a:cs typeface="Georgia"/>
              </a:rPr>
              <a:t>01</a:t>
            </a:r>
          </a:p>
        </p:txBody>
      </p:sp>
      <p:sp>
        <p:nvSpPr>
          <p:cNvPr id="5" name="">
            <a:extLst xmlns:a="http://schemas.openxmlformats.org/drawingml/2006/main">
              <a:ext uri="{FF2B5EF4-FFF2-40B4-BE49-F238E27FC236}">
                <a16:creationId xmlns:a16="http://schemas.microsoft.com/office/drawing/2014/main" id="{F369694E-DC40-45A1-A2A9-A75543AFD838}"/>
              </a:ext>
            </a:extLst>
          </p:cNvPr>
          <p:cNvSpPr>
            <a:spLocks xmlns:a="http://schemas.openxmlformats.org/drawingml/2006/main" noGrp="1"/>
          </p:cNvSpPr>
          <p:nvPr/>
        </p:nvSpPr>
        <p:spPr>
          <a:xfrm xmlns:a="http://schemas.openxmlformats.org/drawingml/2006/main">
            <a:off x="885825" y="3009900"/>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1" i="0">
                <a:solidFill>
                  <a:srgbClr val="1E2D3C"/>
                </a:solidFill>
                <a:latin typeface="Arial"/>
                <a:ea typeface="Arial"/>
                <a:cs typeface="Arial"/>
              </a:defRPr>
            </a:defPPr>
          </a:lstStyle>
          <a:p xmlns:a="http://schemas.openxmlformats.org/drawingml/2006/main">
            <a:pPr algn="ctr">
              <a:defRPr sz="1650" b="1" i="0">
                <a:solidFill>
                  <a:srgbClr val="1E2D3C"/>
                </a:solidFill>
                <a:latin typeface="Arial"/>
                <a:ea typeface="Arial"/>
                <a:cs typeface="Arial"/>
              </a:defRPr>
            </a:pPr>
            <a:r>
              <a:rPr sz="1650" b="1" i="0">
                <a:solidFill>
                  <a:srgbClr val="1E2D3C"/>
                </a:solidFill>
                <a:latin typeface="Arial"/>
                <a:ea typeface="Arial"/>
                <a:cs typeface="Arial"/>
              </a:rPr>
              <a:t>Dokumen</a:t>
            </a:r>
          </a:p>
        </p:txBody>
      </p:sp>
      <p:sp>
        <p:nvSpPr>
          <p:cNvPr id="6" name="">
            <a:extLst xmlns:a="http://schemas.openxmlformats.org/drawingml/2006/main">
              <a:ext uri="{FF2B5EF4-FFF2-40B4-BE49-F238E27FC236}">
                <a16:creationId xmlns:a16="http://schemas.microsoft.com/office/drawing/2014/main" id="{B4AF6E94-8708-4E5F-ACE4-9AC68B9C0A10}"/>
              </a:ext>
            </a:extLst>
          </p:cNvPr>
          <p:cNvSpPr>
            <a:spLocks xmlns:a="http://schemas.openxmlformats.org/drawingml/2006/main" noGrp="1"/>
          </p:cNvSpPr>
          <p:nvPr/>
        </p:nvSpPr>
        <p:spPr>
          <a:xfrm xmlns:a="http://schemas.openxmlformats.org/drawingml/2006/main">
            <a:off x="742950" y="34099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5717B"/>
                </a:solidFill>
                <a:latin typeface="Arial"/>
                <a:ea typeface="Arial"/>
                <a:cs typeface="Arial"/>
              </a:defRPr>
            </a:defPPr>
          </a:lstStyle>
          <a:p xmlns:a="http://schemas.openxmlformats.org/drawingml/2006/main">
            <a:pPr algn="ctr">
              <a:defRPr sz="1125" b="0" i="0">
                <a:solidFill>
                  <a:srgbClr val="65717B"/>
                </a:solidFill>
                <a:latin typeface="Arial"/>
                <a:ea typeface="Arial"/>
                <a:cs typeface="Arial"/>
              </a:defRPr>
            </a:pPr>
            <a:r>
              <a:rPr sz="1125" b="0" i="0">
                <a:solidFill>
                  <a:srgbClr val="65717B"/>
                </a:solidFill>
                <a:latin typeface="Arial"/>
                <a:ea typeface="Arial"/>
                <a:cs typeface="Arial"/>
              </a:rPr>
              <a:t>Pemilihan · adendum · pustaka</a:t>
            </a:r>
          </a:p>
        </p:txBody>
      </p:sp>
      <p:sp>
        <p:nvSpPr>
          <p:cNvPr id="7" name="">
            <a:extLst xmlns:a="http://schemas.openxmlformats.org/drawingml/2006/main">
              <a:ext uri="{FF2B5EF4-FFF2-40B4-BE49-F238E27FC236}">
                <a16:creationId xmlns:a16="http://schemas.microsoft.com/office/drawing/2014/main" id="{FB4A89C6-78CB-49B1-B9B4-A820377539E5}"/>
              </a:ext>
            </a:extLst>
          </p:cNvPr>
          <p:cNvSpPr>
            <a:spLocks xmlns:a="http://schemas.openxmlformats.org/drawingml/2006/main" noGrp="1"/>
          </p:cNvSpPr>
          <p:nvPr/>
        </p:nvSpPr>
        <p:spPr>
          <a:xfrm xmlns:a="http://schemas.openxmlformats.org/drawingml/2006/main">
            <a:off x="2476500" y="2314575"/>
            <a:ext cx="790575" cy="19050"/>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890CC4D-B9CD-409A-B54F-3BDE38907BA0}"/>
              </a:ext>
            </a:extLst>
          </p:cNvPr>
          <p:cNvSpPr>
            <a:spLocks xmlns:a="http://schemas.openxmlformats.org/drawingml/2006/main" noGrp="1"/>
          </p:cNvSpPr>
          <p:nvPr/>
        </p:nvSpPr>
        <p:spPr>
          <a:xfrm xmlns:a="http://schemas.openxmlformats.org/drawingml/2006/main" rot="5400000">
            <a:off x="3219450" y="2257425"/>
            <a:ext cx="133350" cy="133350"/>
          </a:xfrm>
          <a:prstGeom xmlns:a="http://schemas.openxmlformats.org/drawingml/2006/main" prst="triangle">
            <a:avLst/>
          </a:prstGeom>
          <a:solidFill xmlns:a="http://schemas.openxmlformats.org/drawingml/2006/main">
            <a:srgbClr val="D9DED9"/>
          </a:solidFill>
          <a:ln xmlns:a="http://schemas.openxmlformats.org/drawingml/2006/main" w="0">
            <a:solidFill>
              <a:srgbClr val="D9DED9"/>
            </a:solidFill>
            <a:prstDash val="solid"/>
          </a:ln>
        </p:spPr>
      </p:sp>
      <p:sp>
        <p:nvSpPr>
          <p:cNvPr id="9" name="">
            <a:extLst xmlns:a="http://schemas.openxmlformats.org/drawingml/2006/main">
              <a:ext uri="{FF2B5EF4-FFF2-40B4-BE49-F238E27FC236}">
                <a16:creationId xmlns:a16="http://schemas.microsoft.com/office/drawing/2014/main" id="{418B88DA-8297-4C2E-93CD-92EC0FFE9636}"/>
              </a:ext>
            </a:extLst>
          </p:cNvPr>
          <p:cNvSpPr>
            <a:spLocks xmlns:a="http://schemas.openxmlformats.org/drawingml/2006/main" noGrp="1"/>
          </p:cNvSpPr>
          <p:nvPr/>
        </p:nvSpPr>
        <p:spPr>
          <a:xfrm xmlns:a="http://schemas.openxmlformats.org/drawingml/2006/main">
            <a:off x="4095750" y="1876425"/>
            <a:ext cx="876300"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D9DED9"/>
            </a:solidFill>
            <a:prstDash val="solid"/>
          </a:ln>
        </p:spPr>
      </p:sp>
      <p:sp>
        <p:nvSpPr>
          <p:cNvPr id="10" name="">
            <a:extLst xmlns:a="http://schemas.openxmlformats.org/drawingml/2006/main">
              <a:ext uri="{FF2B5EF4-FFF2-40B4-BE49-F238E27FC236}">
                <a16:creationId xmlns:a16="http://schemas.microsoft.com/office/drawing/2014/main" id="{777158EB-96DD-4B41-8B39-7D91924B53E8}"/>
              </a:ext>
            </a:extLst>
          </p:cNvPr>
          <p:cNvSpPr>
            <a:spLocks xmlns:a="http://schemas.openxmlformats.org/drawingml/2006/main" noGrp="1"/>
          </p:cNvSpPr>
          <p:nvPr/>
        </p:nvSpPr>
        <p:spPr>
          <a:xfrm xmlns:a="http://schemas.openxmlformats.org/drawingml/2006/main">
            <a:off x="4095750" y="2133600"/>
            <a:ext cx="87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0" i="0">
                <a:solidFill>
                  <a:srgbClr val="3B8B68"/>
                </a:solidFill>
                <a:latin typeface="Georgia"/>
                <a:ea typeface="Georgia"/>
                <a:cs typeface="Georgia"/>
              </a:defRPr>
            </a:defPPr>
          </a:lstStyle>
          <a:p xmlns:a="http://schemas.openxmlformats.org/drawingml/2006/main">
            <a:pPr algn="ctr">
              <a:defRPr sz="1875" b="0" i="0">
                <a:solidFill>
                  <a:srgbClr val="3B8B68"/>
                </a:solidFill>
                <a:latin typeface="Georgia"/>
                <a:ea typeface="Georgia"/>
                <a:cs typeface="Georgia"/>
              </a:defRPr>
            </a:pPr>
            <a:r>
              <a:rPr sz="1875" b="0" i="0">
                <a:solidFill>
                  <a:srgbClr val="3B8B68"/>
                </a:solidFill>
                <a:latin typeface="Georgia"/>
                <a:ea typeface="Georgia"/>
                <a:cs typeface="Georgia"/>
              </a:rPr>
              <a:t>02</a:t>
            </a:r>
          </a:p>
        </p:txBody>
      </p:sp>
      <p:sp>
        <p:nvSpPr>
          <p:cNvPr id="11" name="">
            <a:extLst xmlns:a="http://schemas.openxmlformats.org/drawingml/2006/main">
              <a:ext uri="{FF2B5EF4-FFF2-40B4-BE49-F238E27FC236}">
                <a16:creationId xmlns:a16="http://schemas.microsoft.com/office/drawing/2014/main" id="{A5B80C97-DC14-43AA-BA3D-F97965443F51}"/>
              </a:ext>
            </a:extLst>
          </p:cNvPr>
          <p:cNvSpPr>
            <a:spLocks xmlns:a="http://schemas.openxmlformats.org/drawingml/2006/main" noGrp="1"/>
          </p:cNvSpPr>
          <p:nvPr/>
        </p:nvSpPr>
        <p:spPr>
          <a:xfrm xmlns:a="http://schemas.openxmlformats.org/drawingml/2006/main">
            <a:off x="3619500" y="3009900"/>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1" i="0">
                <a:solidFill>
                  <a:srgbClr val="1E2D3C"/>
                </a:solidFill>
                <a:latin typeface="Arial"/>
                <a:ea typeface="Arial"/>
                <a:cs typeface="Arial"/>
              </a:defRPr>
            </a:defPPr>
          </a:lstStyle>
          <a:p xmlns:a="http://schemas.openxmlformats.org/drawingml/2006/main">
            <a:pPr algn="ctr">
              <a:defRPr sz="1650" b="1" i="0">
                <a:solidFill>
                  <a:srgbClr val="1E2D3C"/>
                </a:solidFill>
                <a:latin typeface="Arial"/>
                <a:ea typeface="Arial"/>
                <a:cs typeface="Arial"/>
              </a:defRPr>
            </a:pPr>
            <a:r>
              <a:rPr sz="1650" b="1" i="0">
                <a:solidFill>
                  <a:srgbClr val="1E2D3C"/>
                </a:solidFill>
                <a:latin typeface="Arial"/>
                <a:ea typeface="Arial"/>
                <a:cs typeface="Arial"/>
              </a:rPr>
              <a:t>Rules engine</a:t>
            </a:r>
          </a:p>
        </p:txBody>
      </p:sp>
      <p:sp>
        <p:nvSpPr>
          <p:cNvPr id="12" name="">
            <a:extLst xmlns:a="http://schemas.openxmlformats.org/drawingml/2006/main">
              <a:ext uri="{FF2B5EF4-FFF2-40B4-BE49-F238E27FC236}">
                <a16:creationId xmlns:a16="http://schemas.microsoft.com/office/drawing/2014/main" id="{E89FEC37-9917-4A9B-B7A2-42F3C087FB8C}"/>
              </a:ext>
            </a:extLst>
          </p:cNvPr>
          <p:cNvSpPr>
            <a:spLocks xmlns:a="http://schemas.openxmlformats.org/drawingml/2006/main" noGrp="1"/>
          </p:cNvSpPr>
          <p:nvPr/>
        </p:nvSpPr>
        <p:spPr>
          <a:xfrm xmlns:a="http://schemas.openxmlformats.org/drawingml/2006/main">
            <a:off x="3476625" y="34099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5717B"/>
                </a:solidFill>
                <a:latin typeface="Arial"/>
                <a:ea typeface="Arial"/>
                <a:cs typeface="Arial"/>
              </a:defRPr>
            </a:defPPr>
          </a:lstStyle>
          <a:p xmlns:a="http://schemas.openxmlformats.org/drawingml/2006/main">
            <a:pPr algn="ctr">
              <a:defRPr sz="1125" b="0" i="0">
                <a:solidFill>
                  <a:srgbClr val="65717B"/>
                </a:solidFill>
                <a:latin typeface="Arial"/>
                <a:ea typeface="Arial"/>
                <a:cs typeface="Arial"/>
              </a:defRPr>
            </a:pPr>
            <a:r>
              <a:rPr sz="1125" b="0" i="0">
                <a:solidFill>
                  <a:srgbClr val="65717B"/>
                </a:solidFill>
                <a:latin typeface="Arial"/>
                <a:ea typeface="Arial"/>
                <a:cs typeface="Arial"/>
              </a:rPr>
              <a:t>Pemeriksaan lokal deterministik</a:t>
            </a:r>
          </a:p>
        </p:txBody>
      </p:sp>
      <p:sp>
        <p:nvSpPr>
          <p:cNvPr id="13" name="">
            <a:extLst xmlns:a="http://schemas.openxmlformats.org/drawingml/2006/main">
              <a:ext uri="{FF2B5EF4-FFF2-40B4-BE49-F238E27FC236}">
                <a16:creationId xmlns:a16="http://schemas.microsoft.com/office/drawing/2014/main" id="{FA772000-797E-4BCD-98FD-3FF3D404E627}"/>
              </a:ext>
            </a:extLst>
          </p:cNvPr>
          <p:cNvSpPr>
            <a:spLocks xmlns:a="http://schemas.openxmlformats.org/drawingml/2006/main" noGrp="1"/>
          </p:cNvSpPr>
          <p:nvPr/>
        </p:nvSpPr>
        <p:spPr>
          <a:xfrm xmlns:a="http://schemas.openxmlformats.org/drawingml/2006/main">
            <a:off x="5210175" y="2314575"/>
            <a:ext cx="790575" cy="19050"/>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0D56531-F455-48B9-B5BA-BC9647BAC6F5}"/>
              </a:ext>
            </a:extLst>
          </p:cNvPr>
          <p:cNvSpPr>
            <a:spLocks xmlns:a="http://schemas.openxmlformats.org/drawingml/2006/main" noGrp="1"/>
          </p:cNvSpPr>
          <p:nvPr/>
        </p:nvSpPr>
        <p:spPr>
          <a:xfrm xmlns:a="http://schemas.openxmlformats.org/drawingml/2006/main" rot="5400000">
            <a:off x="5953125" y="2257425"/>
            <a:ext cx="133350" cy="133350"/>
          </a:xfrm>
          <a:prstGeom xmlns:a="http://schemas.openxmlformats.org/drawingml/2006/main" prst="triangle">
            <a:avLst/>
          </a:prstGeom>
          <a:solidFill xmlns:a="http://schemas.openxmlformats.org/drawingml/2006/main">
            <a:srgbClr val="D9DED9"/>
          </a:solidFill>
          <a:ln xmlns:a="http://schemas.openxmlformats.org/drawingml/2006/main" w="0">
            <a:solidFill>
              <a:srgbClr val="D9DED9"/>
            </a:solidFill>
            <a:prstDash val="solid"/>
          </a:ln>
        </p:spPr>
      </p:sp>
      <p:sp>
        <p:nvSpPr>
          <p:cNvPr id="15" name="">
            <a:extLst xmlns:a="http://schemas.openxmlformats.org/drawingml/2006/main">
              <a:ext uri="{FF2B5EF4-FFF2-40B4-BE49-F238E27FC236}">
                <a16:creationId xmlns:a16="http://schemas.microsoft.com/office/drawing/2014/main" id="{DEFDCE2F-A0C2-432F-9573-9B6AFDFA050C}"/>
              </a:ext>
            </a:extLst>
          </p:cNvPr>
          <p:cNvSpPr>
            <a:spLocks xmlns:a="http://schemas.openxmlformats.org/drawingml/2006/main" noGrp="1"/>
          </p:cNvSpPr>
          <p:nvPr/>
        </p:nvSpPr>
        <p:spPr>
          <a:xfrm xmlns:a="http://schemas.openxmlformats.org/drawingml/2006/main">
            <a:off x="6829425" y="1876425"/>
            <a:ext cx="876300"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D9DED9"/>
            </a:solidFill>
            <a:prstDash val="solid"/>
          </a:ln>
        </p:spPr>
      </p:sp>
      <p:sp>
        <p:nvSpPr>
          <p:cNvPr id="16" name="">
            <a:extLst xmlns:a="http://schemas.openxmlformats.org/drawingml/2006/main">
              <a:ext uri="{FF2B5EF4-FFF2-40B4-BE49-F238E27FC236}">
                <a16:creationId xmlns:a16="http://schemas.microsoft.com/office/drawing/2014/main" id="{E0B33F5C-C644-47ED-9682-DC485964C12C}"/>
              </a:ext>
            </a:extLst>
          </p:cNvPr>
          <p:cNvSpPr>
            <a:spLocks xmlns:a="http://schemas.openxmlformats.org/drawingml/2006/main" noGrp="1"/>
          </p:cNvSpPr>
          <p:nvPr/>
        </p:nvSpPr>
        <p:spPr>
          <a:xfrm xmlns:a="http://schemas.openxmlformats.org/drawingml/2006/main">
            <a:off x="6829425" y="2133600"/>
            <a:ext cx="87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0" i="0">
                <a:solidFill>
                  <a:srgbClr val="3B8B68"/>
                </a:solidFill>
                <a:latin typeface="Georgia"/>
                <a:ea typeface="Georgia"/>
                <a:cs typeface="Georgia"/>
              </a:defRPr>
            </a:defPPr>
          </a:lstStyle>
          <a:p xmlns:a="http://schemas.openxmlformats.org/drawingml/2006/main">
            <a:pPr algn="ctr">
              <a:defRPr sz="1875" b="0" i="0">
                <a:solidFill>
                  <a:srgbClr val="3B8B68"/>
                </a:solidFill>
                <a:latin typeface="Georgia"/>
                <a:ea typeface="Georgia"/>
                <a:cs typeface="Georgia"/>
              </a:defRPr>
            </a:pPr>
            <a:r>
              <a:rPr sz="1875" b="0" i="0">
                <a:solidFill>
                  <a:srgbClr val="3B8B68"/>
                </a:solidFill>
                <a:latin typeface="Georgia"/>
                <a:ea typeface="Georgia"/>
                <a:cs typeface="Georgia"/>
              </a:rPr>
              <a:t>03</a:t>
            </a:r>
          </a:p>
        </p:txBody>
      </p:sp>
      <p:sp>
        <p:nvSpPr>
          <p:cNvPr id="17" name="">
            <a:extLst xmlns:a="http://schemas.openxmlformats.org/drawingml/2006/main">
              <a:ext uri="{FF2B5EF4-FFF2-40B4-BE49-F238E27FC236}">
                <a16:creationId xmlns:a16="http://schemas.microsoft.com/office/drawing/2014/main" id="{32449B19-B2C4-4EE4-9685-F9A094F8603B}"/>
              </a:ext>
            </a:extLst>
          </p:cNvPr>
          <p:cNvSpPr>
            <a:spLocks xmlns:a="http://schemas.openxmlformats.org/drawingml/2006/main" noGrp="1"/>
          </p:cNvSpPr>
          <p:nvPr/>
        </p:nvSpPr>
        <p:spPr>
          <a:xfrm xmlns:a="http://schemas.openxmlformats.org/drawingml/2006/main">
            <a:off x="6353175" y="3009900"/>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1" i="0">
                <a:solidFill>
                  <a:srgbClr val="1E2D3C"/>
                </a:solidFill>
                <a:latin typeface="Arial"/>
                <a:ea typeface="Arial"/>
                <a:cs typeface="Arial"/>
              </a:defRPr>
            </a:defPPr>
          </a:lstStyle>
          <a:p xmlns:a="http://schemas.openxmlformats.org/drawingml/2006/main">
            <a:pPr algn="ctr">
              <a:defRPr sz="1650" b="1" i="0">
                <a:solidFill>
                  <a:srgbClr val="1E2D3C"/>
                </a:solidFill>
                <a:latin typeface="Arial"/>
                <a:ea typeface="Arial"/>
                <a:cs typeface="Arial"/>
              </a:defRPr>
            </a:pPr>
            <a:r>
              <a:rPr sz="1650" b="1" i="0">
                <a:solidFill>
                  <a:srgbClr val="1E2D3C"/>
                </a:solidFill>
                <a:latin typeface="Arial"/>
                <a:ea typeface="Arial"/>
                <a:cs typeface="Arial"/>
              </a:rPr>
              <a:t>Risk triage</a:t>
            </a:r>
          </a:p>
        </p:txBody>
      </p:sp>
      <p:sp>
        <p:nvSpPr>
          <p:cNvPr id="18" name="">
            <a:extLst xmlns:a="http://schemas.openxmlformats.org/drawingml/2006/main">
              <a:ext uri="{FF2B5EF4-FFF2-40B4-BE49-F238E27FC236}">
                <a16:creationId xmlns:a16="http://schemas.microsoft.com/office/drawing/2014/main" id="{779B5339-40F6-4CD0-9BC1-80313BFD16DD}"/>
              </a:ext>
            </a:extLst>
          </p:cNvPr>
          <p:cNvSpPr>
            <a:spLocks xmlns:a="http://schemas.openxmlformats.org/drawingml/2006/main" noGrp="1"/>
          </p:cNvSpPr>
          <p:nvPr/>
        </p:nvSpPr>
        <p:spPr>
          <a:xfrm xmlns:a="http://schemas.openxmlformats.org/drawingml/2006/main">
            <a:off x="6210300" y="34099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5717B"/>
                </a:solidFill>
                <a:latin typeface="Arial"/>
                <a:ea typeface="Arial"/>
                <a:cs typeface="Arial"/>
              </a:defRPr>
            </a:defPPr>
          </a:lstStyle>
          <a:p xmlns:a="http://schemas.openxmlformats.org/drawingml/2006/main">
            <a:pPr algn="ctr">
              <a:defRPr sz="1125" b="0" i="0">
                <a:solidFill>
                  <a:srgbClr val="65717B"/>
                </a:solidFill>
                <a:latin typeface="Arial"/>
                <a:ea typeface="Arial"/>
                <a:cs typeface="Arial"/>
              </a:defRPr>
            </a:pPr>
            <a:r>
              <a:rPr sz="1125" b="0" i="0">
                <a:solidFill>
                  <a:srgbClr val="65717B"/>
                </a:solidFill>
                <a:latin typeface="Arial"/>
                <a:ea typeface="Arial"/>
                <a:cs typeface="Arial"/>
              </a:rPr>
              <a:t>Skor dan pendorong terlihat</a:t>
            </a:r>
          </a:p>
        </p:txBody>
      </p:sp>
      <p:sp>
        <p:nvSpPr>
          <p:cNvPr id="19" name="">
            <a:extLst xmlns:a="http://schemas.openxmlformats.org/drawingml/2006/main">
              <a:ext uri="{FF2B5EF4-FFF2-40B4-BE49-F238E27FC236}">
                <a16:creationId xmlns:a16="http://schemas.microsoft.com/office/drawing/2014/main" id="{08461E81-622B-4841-BF3A-8773FC99CAE6}"/>
              </a:ext>
            </a:extLst>
          </p:cNvPr>
          <p:cNvSpPr>
            <a:spLocks xmlns:a="http://schemas.openxmlformats.org/drawingml/2006/main" noGrp="1"/>
          </p:cNvSpPr>
          <p:nvPr/>
        </p:nvSpPr>
        <p:spPr>
          <a:xfrm xmlns:a="http://schemas.openxmlformats.org/drawingml/2006/main">
            <a:off x="7943850" y="2314575"/>
            <a:ext cx="790575" cy="19050"/>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B5FCFCA-CE83-439E-878A-A8E523315408}"/>
              </a:ext>
            </a:extLst>
          </p:cNvPr>
          <p:cNvSpPr>
            <a:spLocks xmlns:a="http://schemas.openxmlformats.org/drawingml/2006/main" noGrp="1"/>
          </p:cNvSpPr>
          <p:nvPr/>
        </p:nvSpPr>
        <p:spPr>
          <a:xfrm xmlns:a="http://schemas.openxmlformats.org/drawingml/2006/main" rot="5400000">
            <a:off x="8686800" y="2257425"/>
            <a:ext cx="133350" cy="133350"/>
          </a:xfrm>
          <a:prstGeom xmlns:a="http://schemas.openxmlformats.org/drawingml/2006/main" prst="triangle">
            <a:avLst/>
          </a:prstGeom>
          <a:solidFill xmlns:a="http://schemas.openxmlformats.org/drawingml/2006/main">
            <a:srgbClr val="D9DED9"/>
          </a:solidFill>
          <a:ln xmlns:a="http://schemas.openxmlformats.org/drawingml/2006/main" w="0">
            <a:solidFill>
              <a:srgbClr val="D9DED9"/>
            </a:solidFill>
            <a:prstDash val="solid"/>
          </a:ln>
        </p:spPr>
      </p:sp>
      <p:sp>
        <p:nvSpPr>
          <p:cNvPr id="21" name="">
            <a:extLst xmlns:a="http://schemas.openxmlformats.org/drawingml/2006/main">
              <a:ext uri="{FF2B5EF4-FFF2-40B4-BE49-F238E27FC236}">
                <a16:creationId xmlns:a16="http://schemas.microsoft.com/office/drawing/2014/main" id="{FA639009-FE0A-4161-8033-AC3487445483}"/>
              </a:ext>
            </a:extLst>
          </p:cNvPr>
          <p:cNvSpPr>
            <a:spLocks xmlns:a="http://schemas.openxmlformats.org/drawingml/2006/main" noGrp="1"/>
          </p:cNvSpPr>
          <p:nvPr/>
        </p:nvSpPr>
        <p:spPr>
          <a:xfrm xmlns:a="http://schemas.openxmlformats.org/drawingml/2006/main">
            <a:off x="9563100" y="1876425"/>
            <a:ext cx="876300" cy="876300"/>
          </a:xfrm>
          <a:prstGeom xmlns:a="http://schemas.openxmlformats.org/drawingml/2006/main" prst="ellipse">
            <a:avLst/>
          </a:prstGeom>
          <a:solidFill xmlns:a="http://schemas.openxmlformats.org/drawingml/2006/main">
            <a:srgbClr val="1E2D3C"/>
          </a:solidFill>
          <a:ln xmlns:a="http://schemas.openxmlformats.org/drawingml/2006/main" w="19050">
            <a:solidFill>
              <a:srgbClr val="1E2D3C"/>
            </a:solidFill>
            <a:prstDash val="solid"/>
          </a:ln>
        </p:spPr>
      </p:sp>
      <p:sp>
        <p:nvSpPr>
          <p:cNvPr id="22" name="">
            <a:extLst xmlns:a="http://schemas.openxmlformats.org/drawingml/2006/main">
              <a:ext uri="{FF2B5EF4-FFF2-40B4-BE49-F238E27FC236}">
                <a16:creationId xmlns:a16="http://schemas.microsoft.com/office/drawing/2014/main" id="{F3ADFC2F-E5B0-4204-B7F9-E25625744A29}"/>
              </a:ext>
            </a:extLst>
          </p:cNvPr>
          <p:cNvSpPr>
            <a:spLocks xmlns:a="http://schemas.openxmlformats.org/drawingml/2006/main" noGrp="1"/>
          </p:cNvSpPr>
          <p:nvPr/>
        </p:nvSpPr>
        <p:spPr>
          <a:xfrm xmlns:a="http://schemas.openxmlformats.org/drawingml/2006/main">
            <a:off x="9563100" y="2133600"/>
            <a:ext cx="87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0" i="0">
                <a:solidFill>
                  <a:srgbClr val="FFFFFF"/>
                </a:solidFill>
                <a:latin typeface="Georgia"/>
                <a:ea typeface="Georgia"/>
                <a:cs typeface="Georgia"/>
              </a:defRPr>
            </a:defPPr>
          </a:lstStyle>
          <a:p xmlns:a="http://schemas.openxmlformats.org/drawingml/2006/main">
            <a:pPr algn="ctr">
              <a:defRPr sz="1875" b="0" i="0">
                <a:solidFill>
                  <a:srgbClr val="FFFFFF"/>
                </a:solidFill>
                <a:latin typeface="Georgia"/>
                <a:ea typeface="Georgia"/>
                <a:cs typeface="Georgia"/>
              </a:defRPr>
            </a:pPr>
            <a:r>
              <a:rPr sz="1875" b="0" i="0">
                <a:solidFill>
                  <a:srgbClr val="FFFFFF"/>
                </a:solidFill>
                <a:latin typeface="Georgia"/>
                <a:ea typeface="Georgia"/>
                <a:cs typeface="Georgia"/>
              </a:rPr>
              <a:t>04</a:t>
            </a:r>
          </a:p>
        </p:txBody>
      </p:sp>
      <p:sp>
        <p:nvSpPr>
          <p:cNvPr id="23" name="">
            <a:extLst xmlns:a="http://schemas.openxmlformats.org/drawingml/2006/main">
              <a:ext uri="{FF2B5EF4-FFF2-40B4-BE49-F238E27FC236}">
                <a16:creationId xmlns:a16="http://schemas.microsoft.com/office/drawing/2014/main" id="{1059C8AE-4506-4FDF-82AC-475315A4B3D7}"/>
              </a:ext>
            </a:extLst>
          </p:cNvPr>
          <p:cNvSpPr>
            <a:spLocks xmlns:a="http://schemas.openxmlformats.org/drawingml/2006/main" noGrp="1"/>
          </p:cNvSpPr>
          <p:nvPr/>
        </p:nvSpPr>
        <p:spPr>
          <a:xfrm xmlns:a="http://schemas.openxmlformats.org/drawingml/2006/main">
            <a:off x="9086850" y="3009900"/>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1" i="0">
                <a:solidFill>
                  <a:srgbClr val="1E2D3C"/>
                </a:solidFill>
                <a:latin typeface="Arial"/>
                <a:ea typeface="Arial"/>
                <a:cs typeface="Arial"/>
              </a:defRPr>
            </a:defPPr>
          </a:lstStyle>
          <a:p xmlns:a="http://schemas.openxmlformats.org/drawingml/2006/main">
            <a:pPr algn="ctr">
              <a:defRPr sz="1650" b="1" i="0">
                <a:solidFill>
                  <a:srgbClr val="1E2D3C"/>
                </a:solidFill>
                <a:latin typeface="Arial"/>
                <a:ea typeface="Arial"/>
                <a:cs typeface="Arial"/>
              </a:defRPr>
            </a:pPr>
            <a:r>
              <a:rPr sz="1650" b="1" i="0">
                <a:solidFill>
                  <a:srgbClr val="1E2D3C"/>
                </a:solidFill>
                <a:latin typeface="Arial"/>
                <a:ea typeface="Arial"/>
                <a:cs typeface="Arial"/>
              </a:rPr>
              <a:t>Reviewer</a:t>
            </a:r>
          </a:p>
        </p:txBody>
      </p:sp>
      <p:sp>
        <p:nvSpPr>
          <p:cNvPr id="24" name="">
            <a:extLst xmlns:a="http://schemas.openxmlformats.org/drawingml/2006/main">
              <a:ext uri="{FF2B5EF4-FFF2-40B4-BE49-F238E27FC236}">
                <a16:creationId xmlns:a16="http://schemas.microsoft.com/office/drawing/2014/main" id="{4899EB66-4F4A-4E91-BDC5-4118FABDB1A2}"/>
              </a:ext>
            </a:extLst>
          </p:cNvPr>
          <p:cNvSpPr>
            <a:spLocks xmlns:a="http://schemas.openxmlformats.org/drawingml/2006/main" noGrp="1"/>
          </p:cNvSpPr>
          <p:nvPr/>
        </p:nvSpPr>
        <p:spPr>
          <a:xfrm xmlns:a="http://schemas.openxmlformats.org/drawingml/2006/main">
            <a:off x="8943975" y="34099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5717B"/>
                </a:solidFill>
                <a:latin typeface="Arial"/>
                <a:ea typeface="Arial"/>
                <a:cs typeface="Arial"/>
              </a:defRPr>
            </a:defPPr>
          </a:lstStyle>
          <a:p xmlns:a="http://schemas.openxmlformats.org/drawingml/2006/main">
            <a:pPr algn="ctr">
              <a:defRPr sz="1125" b="0" i="0">
                <a:solidFill>
                  <a:srgbClr val="65717B"/>
                </a:solidFill>
                <a:latin typeface="Arial"/>
                <a:ea typeface="Arial"/>
                <a:cs typeface="Arial"/>
              </a:defRPr>
            </a:pPr>
            <a:r>
              <a:rPr sz="1125" b="0" i="0">
                <a:solidFill>
                  <a:srgbClr val="65717B"/>
                </a:solidFill>
                <a:latin typeface="Arial"/>
                <a:ea typeface="Arial"/>
                <a:cs typeface="Arial"/>
              </a:rPr>
              <a:t>Periksa sumber dan putuskan</a:t>
            </a:r>
          </a:p>
        </p:txBody>
      </p:sp>
      <p:sp>
        <p:nvSpPr>
          <p:cNvPr id="25" name="">
            <a:extLst xmlns:a="http://schemas.openxmlformats.org/drawingml/2006/main">
              <a:ext uri="{FF2B5EF4-FFF2-40B4-BE49-F238E27FC236}">
                <a16:creationId xmlns:a16="http://schemas.microsoft.com/office/drawing/2014/main" id="{4825C4F3-B856-4EE5-B703-1046D06E0CE0}"/>
              </a:ext>
            </a:extLst>
          </p:cNvPr>
          <p:cNvSpPr>
            <a:spLocks xmlns:a="http://schemas.openxmlformats.org/drawingml/2006/main" noGrp="1"/>
          </p:cNvSpPr>
          <p:nvPr/>
        </p:nvSpPr>
        <p:spPr>
          <a:xfrm xmlns:a="http://schemas.openxmlformats.org/drawingml/2006/main">
            <a:off x="762000" y="4495800"/>
            <a:ext cx="106680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6D50A62-798C-46CA-9FF5-9BEB998BA11B}"/>
              </a:ext>
            </a:extLst>
          </p:cNvPr>
          <p:cNvSpPr>
            <a:spLocks xmlns:a="http://schemas.openxmlformats.org/drawingml/2006/main" noGrp="1"/>
          </p:cNvSpPr>
          <p:nvPr/>
        </p:nvSpPr>
        <p:spPr>
          <a:xfrm xmlns:a="http://schemas.openxmlformats.org/drawingml/2006/main">
            <a:off x="781050" y="47244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3B8B68"/>
                </a:solidFill>
                <a:latin typeface="Arial"/>
                <a:ea typeface="Arial"/>
                <a:cs typeface="Arial"/>
              </a:defRPr>
            </a:defPPr>
          </a:lstStyle>
          <a:p xmlns:a="http://schemas.openxmlformats.org/drawingml/2006/main">
            <a:pPr algn="l">
              <a:defRPr sz="900" b="1" i="0">
                <a:solidFill>
                  <a:srgbClr val="3B8B68"/>
                </a:solidFill>
                <a:latin typeface="Arial"/>
                <a:ea typeface="Arial"/>
                <a:cs typeface="Arial"/>
              </a:defRPr>
            </a:pPr>
            <a:r>
              <a:rPr sz="900" b="1" i="0">
                <a:solidFill>
                  <a:srgbClr val="3B8B68"/>
                </a:solidFill>
                <a:latin typeface="Arial"/>
                <a:ea typeface="Arial"/>
                <a:cs typeface="Arial"/>
              </a:rPr>
              <a:t>OTOMASI</a:t>
            </a:r>
          </a:p>
        </p:txBody>
      </p:sp>
      <p:sp>
        <p:nvSpPr>
          <p:cNvPr id="27" name="">
            <a:extLst xmlns:a="http://schemas.openxmlformats.org/drawingml/2006/main">
              <a:ext uri="{FF2B5EF4-FFF2-40B4-BE49-F238E27FC236}">
                <a16:creationId xmlns:a16="http://schemas.microsoft.com/office/drawing/2014/main" id="{D4EFE884-B7B6-46E6-874F-EF5AC6717EFF}"/>
              </a:ext>
            </a:extLst>
          </p:cNvPr>
          <p:cNvSpPr>
            <a:spLocks xmlns:a="http://schemas.openxmlformats.org/drawingml/2006/main" noGrp="1"/>
          </p:cNvSpPr>
          <p:nvPr/>
        </p:nvSpPr>
        <p:spPr>
          <a:xfrm xmlns:a="http://schemas.openxmlformats.org/drawingml/2006/main">
            <a:off x="781050" y="49911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1E2D3C"/>
                </a:solidFill>
                <a:latin typeface="Arial"/>
                <a:ea typeface="Arial"/>
                <a:cs typeface="Arial"/>
              </a:defRPr>
            </a:defPPr>
          </a:lstStyle>
          <a:p xmlns:a="http://schemas.openxmlformats.org/drawingml/2006/main">
            <a:pPr algn="l">
              <a:defRPr sz="1425" b="0" i="0">
                <a:solidFill>
                  <a:srgbClr val="1E2D3C"/>
                </a:solidFill>
                <a:latin typeface="Arial"/>
                <a:ea typeface="Arial"/>
                <a:cs typeface="Arial"/>
              </a:defRPr>
            </a:pPr>
            <a:r>
              <a:rPr sz="1425" b="0" i="0">
                <a:solidFill>
                  <a:srgbClr val="1E2D3C"/>
                </a:solidFill>
                <a:latin typeface="Arial"/>
                <a:ea typeface="Arial"/>
                <a:cs typeface="Arial"/>
              </a:rPr>
              <a:t>Gap dokumen · masa berlaku · klausul terganti · sinyal kontrak</a:t>
            </a:r>
          </a:p>
        </p:txBody>
      </p:sp>
      <p:sp>
        <p:nvSpPr>
          <p:cNvPr id="28" name="">
            <a:extLst xmlns:a="http://schemas.openxmlformats.org/drawingml/2006/main">
              <a:ext uri="{FF2B5EF4-FFF2-40B4-BE49-F238E27FC236}">
                <a16:creationId xmlns:a16="http://schemas.microsoft.com/office/drawing/2014/main" id="{898B69D2-645E-45B7-93B3-AF96D47E738D}"/>
              </a:ext>
            </a:extLst>
          </p:cNvPr>
          <p:cNvSpPr>
            <a:spLocks xmlns:a="http://schemas.openxmlformats.org/drawingml/2006/main" noGrp="1"/>
          </p:cNvSpPr>
          <p:nvPr/>
        </p:nvSpPr>
        <p:spPr>
          <a:xfrm xmlns:a="http://schemas.openxmlformats.org/drawingml/2006/main">
            <a:off x="6343650" y="47244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26D9D"/>
                </a:solidFill>
                <a:latin typeface="Arial"/>
                <a:ea typeface="Arial"/>
                <a:cs typeface="Arial"/>
              </a:defRPr>
            </a:defPPr>
          </a:lstStyle>
          <a:p xmlns:a="http://schemas.openxmlformats.org/drawingml/2006/main">
            <a:pPr algn="l">
              <a:defRPr sz="900" b="1" i="0">
                <a:solidFill>
                  <a:srgbClr val="526D9D"/>
                </a:solidFill>
                <a:latin typeface="Arial"/>
                <a:ea typeface="Arial"/>
                <a:cs typeface="Arial"/>
              </a:defRPr>
            </a:pPr>
            <a:r>
              <a:rPr sz="900" b="1" i="0">
                <a:solidFill>
                  <a:srgbClr val="526D9D"/>
                </a:solidFill>
                <a:latin typeface="Arial"/>
                <a:ea typeface="Arial"/>
                <a:cs typeface="Arial"/>
              </a:rPr>
              <a:t>KEPUTUSAN</a:t>
            </a:r>
          </a:p>
        </p:txBody>
      </p:sp>
      <p:sp>
        <p:nvSpPr>
          <p:cNvPr id="29" name="">
            <a:extLst xmlns:a="http://schemas.openxmlformats.org/drawingml/2006/main">
              <a:ext uri="{FF2B5EF4-FFF2-40B4-BE49-F238E27FC236}">
                <a16:creationId xmlns:a16="http://schemas.microsoft.com/office/drawing/2014/main" id="{32D2713A-7BB7-422D-B7A0-46C5D02A607D}"/>
              </a:ext>
            </a:extLst>
          </p:cNvPr>
          <p:cNvSpPr>
            <a:spLocks xmlns:a="http://schemas.openxmlformats.org/drawingml/2006/main" noGrp="1"/>
          </p:cNvSpPr>
          <p:nvPr/>
        </p:nvSpPr>
        <p:spPr>
          <a:xfrm xmlns:a="http://schemas.openxmlformats.org/drawingml/2006/main">
            <a:off x="6343650" y="49911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1E2D3C"/>
                </a:solidFill>
                <a:latin typeface="Arial"/>
                <a:ea typeface="Arial"/>
                <a:cs typeface="Arial"/>
              </a:defRPr>
            </a:defPPr>
          </a:lstStyle>
          <a:p xmlns:a="http://schemas.openxmlformats.org/drawingml/2006/main">
            <a:pPr algn="l">
              <a:defRPr sz="1425" b="0" i="0">
                <a:solidFill>
                  <a:srgbClr val="1E2D3C"/>
                </a:solidFill>
                <a:latin typeface="Arial"/>
                <a:ea typeface="Arial"/>
                <a:cs typeface="Arial"/>
              </a:defRPr>
            </a:pPr>
            <a:r>
              <a:rPr sz="1425" b="0" i="0">
                <a:solidFill>
                  <a:srgbClr val="1E2D3C"/>
                </a:solidFill>
                <a:latin typeface="Arial"/>
                <a:ea typeface="Arial"/>
                <a:cs typeface="Arial"/>
              </a:rPr>
              <a:t>Skor memprioritaskan review. Reviewer tetap memeriksa dokumen asli.</a:t>
            </a:r>
          </a:p>
        </p:txBody>
      </p:sp>
      <p:sp>
        <p:nvSpPr>
          <p:cNvPr id="30" name="">
            <a:extLst xmlns:a="http://schemas.openxmlformats.org/drawingml/2006/main">
              <a:ext uri="{FF2B5EF4-FFF2-40B4-BE49-F238E27FC236}">
                <a16:creationId xmlns:a16="http://schemas.microsoft.com/office/drawing/2014/main" id="{39C66E51-75FB-4498-A64F-2936DC44309B}"/>
              </a:ext>
            </a:extLst>
          </p:cNvPr>
          <p:cNvSpPr>
            <a:spLocks xmlns:a="http://schemas.openxmlformats.org/drawingml/2006/main" noGrp="1"/>
          </p:cNvSpPr>
          <p:nvPr/>
        </p:nvSpPr>
        <p:spPr>
          <a:xfrm xmlns:a="http://schemas.openxmlformats.org/drawingml/2006/main">
            <a:off x="781050" y="58197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1">
                <a:solidFill>
                  <a:srgbClr val="65717B"/>
                </a:solidFill>
                <a:latin typeface="Arial"/>
                <a:ea typeface="Arial"/>
                <a:cs typeface="Arial"/>
              </a:defRPr>
            </a:defPPr>
          </a:lstStyle>
          <a:p xmlns:a="http://schemas.openxmlformats.org/drawingml/2006/main">
            <a:pPr algn="l">
              <a:defRPr sz="975" b="0" i="1">
                <a:solidFill>
                  <a:srgbClr val="65717B"/>
                </a:solidFill>
                <a:latin typeface="Arial"/>
                <a:ea typeface="Arial"/>
                <a:cs typeface="Arial"/>
              </a:defRPr>
            </a:pPr>
            <a:r>
              <a:rPr sz="975" b="0" i="1">
                <a:solidFill>
                  <a:srgbClr val="65717B"/>
                </a:solidFill>
                <a:latin typeface="Arial"/>
                <a:ea typeface="Arial"/>
                <a:cs typeface="Arial"/>
              </a:rPr>
              <a:t>Indeks belum dikalibrasi; bukan probabilitas fraud atau verdict pengadaan.</a:t>
            </a:r>
          </a:p>
        </p:txBody>
      </p:sp>
      <p:sp>
        <p:nvSpPr>
          <p:cNvPr id="31" name="">
            <a:extLst xmlns:a="http://schemas.openxmlformats.org/drawingml/2006/main">
              <a:ext uri="{FF2B5EF4-FFF2-40B4-BE49-F238E27FC236}">
                <a16:creationId xmlns:a16="http://schemas.microsoft.com/office/drawing/2014/main" id="{2A9E1E4C-6766-40CB-9895-79349917841C}"/>
              </a:ext>
            </a:extLst>
          </p:cNvPr>
          <p:cNvSpPr>
            <a:spLocks xmlns:a="http://schemas.openxmlformats.org/drawingml/2006/main" noGrp="1"/>
          </p:cNvSpPr>
          <p:nvPr/>
        </p:nvSpPr>
        <p:spPr>
          <a:xfrm xmlns:a="http://schemas.openxmlformats.org/drawingml/2006/main">
            <a:off x="723900" y="6429375"/>
            <a:ext cx="107442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BD69864-BFEB-4126-AB9B-D1C3B6FA6F71}"/>
              </a:ext>
            </a:extLst>
          </p:cNvPr>
          <p:cNvSpPr>
            <a:spLocks xmlns:a="http://schemas.openxmlformats.org/drawingml/2006/main" noGrp="1"/>
          </p:cNvSpPr>
          <p:nvPr/>
        </p:nvSpPr>
        <p:spPr>
          <a:xfrm xmlns:a="http://schemas.openxmlformats.org/drawingml/2006/main">
            <a:off x="723900" y="65436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BIDSENTRY AI · IBM SKILLSBUILD 2026</a:t>
            </a:r>
          </a:p>
        </p:txBody>
      </p:sp>
      <p:sp>
        <p:nvSpPr>
          <p:cNvPr id="33" name="">
            <a:extLst xmlns:a="http://schemas.openxmlformats.org/drawingml/2006/main">
              <a:ext uri="{FF2B5EF4-FFF2-40B4-BE49-F238E27FC236}">
                <a16:creationId xmlns:a16="http://schemas.microsoft.com/office/drawing/2014/main" id="{8443C310-3C64-44F3-AD03-736C8882D577}"/>
              </a:ext>
            </a:extLst>
          </p:cNvPr>
          <p:cNvSpPr>
            <a:spLocks xmlns:a="http://schemas.openxmlformats.org/drawingml/2006/main" noGrp="1"/>
          </p:cNvSpPr>
          <p:nvPr/>
        </p:nvSpPr>
        <p:spPr>
          <a:xfrm xmlns:a="http://schemas.openxmlformats.org/drawingml/2006/main">
            <a:off x="10668000" y="6543675"/>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65717B"/>
                </a:solidFill>
                <a:latin typeface="Arial"/>
                <a:ea typeface="Arial"/>
                <a:cs typeface="Arial"/>
              </a:defRPr>
            </a:defPPr>
          </a:lstStyle>
          <a:p xmlns:a="http://schemas.openxmlformats.org/drawingml/2006/main">
            <a:pPr algn="r">
              <a:defRPr sz="825" b="0" i="0">
                <a:solidFill>
                  <a:srgbClr val="65717B"/>
                </a:solidFill>
                <a:latin typeface="Arial"/>
                <a:ea typeface="Arial"/>
                <a:cs typeface="Arial"/>
              </a:defRPr>
            </a:pPr>
            <a:r>
              <a:rPr sz="825" b="0" i="0">
                <a:solidFill>
                  <a:srgbClr val="65717B"/>
                </a:solidFill>
                <a:latin typeface="Arial"/>
                <a:ea typeface="Arial"/>
                <a:cs typeface="Arial"/>
              </a:rPr>
              <a:t>03 / 10</a:t>
            </a:r>
          </a:p>
        </p:txBody>
      </p:sp>
    </p:spTree>
    <p:extLst>
      <p:ext uri="{BB962C8B-B14F-4D97-AF65-F5344CB8AC3E}">
        <p14:creationId xmlns:p14="http://schemas.microsoft.com/office/powerpoint/2010/main" val="1306614522"/>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9A9350A-721D-4521-A5B1-4CF98AF67A09}"/>
              </a:ext>
            </a:extLst>
          </p:cNvPr>
          <p:cNvSpPr>
            <a:spLocks xmlns:a="http://schemas.openxmlformats.org/drawingml/2006/main" noGrp="1"/>
          </p:cNvSpPr>
          <p:nvPr/>
        </p:nvSpPr>
        <p:spPr>
          <a:xfrm xmlns:a="http://schemas.openxmlformats.org/drawingml/2006/main">
            <a:off x="723900" y="4572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0" i="0">
                <a:solidFill>
                  <a:srgbClr val="1E2D3C"/>
                </a:solidFill>
                <a:latin typeface="Georgia"/>
                <a:ea typeface="Georgia"/>
                <a:cs typeface="Georgia"/>
              </a:defRPr>
            </a:defPPr>
          </a:lstStyle>
          <a:p xmlns:a="http://schemas.openxmlformats.org/drawingml/2006/main">
            <a:pPr algn="l">
              <a:defRPr sz="2925" b="0" i="0">
                <a:solidFill>
                  <a:srgbClr val="1E2D3C"/>
                </a:solidFill>
                <a:latin typeface="Georgia"/>
                <a:ea typeface="Georgia"/>
                <a:cs typeface="Georgia"/>
              </a:defRPr>
            </a:pPr>
            <a:r>
              <a:rPr sz="2925" b="0" i="0">
                <a:solidFill>
                  <a:srgbClr val="1E2D3C"/>
                </a:solidFill>
                <a:latin typeface="Georgia"/>
                <a:ea typeface="Georgia"/>
                <a:cs typeface="Georgia"/>
              </a:rPr>
              <a:t>Arsitektur dan stack IBM</a:t>
            </a:r>
          </a:p>
        </p:txBody>
      </p:sp>
      <p:sp>
        <p:nvSpPr>
          <p:cNvPr id="2" name="">
            <a:extLst xmlns:a="http://schemas.openxmlformats.org/drawingml/2006/main">
              <a:ext uri="{FF2B5EF4-FFF2-40B4-BE49-F238E27FC236}">
                <a16:creationId xmlns:a16="http://schemas.microsoft.com/office/drawing/2014/main" id="{E7252EE6-A3F5-4208-854D-4ED98A1A27CE}"/>
              </a:ext>
            </a:extLst>
          </p:cNvPr>
          <p:cNvSpPr>
            <a:spLocks xmlns:a="http://schemas.openxmlformats.org/drawingml/2006/main" noGrp="1"/>
          </p:cNvSpPr>
          <p:nvPr/>
        </p:nvSpPr>
        <p:spPr>
          <a:xfrm xmlns:a="http://schemas.openxmlformats.org/drawingml/2006/main">
            <a:off x="742950" y="1057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5717B"/>
                </a:solidFill>
                <a:latin typeface="Arial"/>
                <a:ea typeface="Arial"/>
                <a:cs typeface="Arial"/>
              </a:defRPr>
            </a:defPPr>
          </a:lstStyle>
          <a:p xmlns:a="http://schemas.openxmlformats.org/drawingml/2006/main">
            <a:pPr algn="l">
              <a:defRPr sz="1275" b="0" i="0">
                <a:solidFill>
                  <a:srgbClr val="65717B"/>
                </a:solidFill>
                <a:latin typeface="Arial"/>
                <a:ea typeface="Arial"/>
                <a:cs typeface="Arial"/>
              </a:defRPr>
            </a:pPr>
            <a:r>
              <a:rPr sz="1275" b="0" i="0">
                <a:solidFill>
                  <a:srgbClr val="65717B"/>
                </a:solidFill>
                <a:latin typeface="Arial"/>
                <a:ea typeface="Arial"/>
                <a:cs typeface="Arial"/>
              </a:rPr>
              <a:t>Rules lokal adalah jalur utama; AI dan aksi eksternal memiliki fallback</a:t>
            </a:r>
          </a:p>
        </p:txBody>
      </p:sp>
      <p:sp>
        <p:nvSpPr>
          <p:cNvPr id="3" name="">
            <a:extLst xmlns:a="http://schemas.openxmlformats.org/drawingml/2006/main">
              <a:ext uri="{FF2B5EF4-FFF2-40B4-BE49-F238E27FC236}">
                <a16:creationId xmlns:a16="http://schemas.microsoft.com/office/drawing/2014/main" id="{0BDC829E-235A-44E0-BC25-8E638DA8273C}"/>
              </a:ext>
            </a:extLst>
          </p:cNvPr>
          <p:cNvSpPr>
            <a:spLocks xmlns:a="http://schemas.openxmlformats.org/drawingml/2006/main" noGrp="1"/>
          </p:cNvSpPr>
          <p:nvPr/>
        </p:nvSpPr>
        <p:spPr>
          <a:xfrm xmlns:a="http://schemas.openxmlformats.org/drawingml/2006/main">
            <a:off x="762000" y="1971675"/>
            <a:ext cx="2038350" cy="1295400"/>
          </a:xfrm>
          <a:prstGeom xmlns:a="http://schemas.openxmlformats.org/drawingml/2006/main" prst="roundRect">
            <a:avLst>
              <a:gd name="adj" fmla="val 9559"/>
            </a:avLst>
          </a:prstGeom>
          <a:solidFill xmlns:a="http://schemas.openxmlformats.org/drawingml/2006/main">
            <a:srgbClr val="FFFFFF"/>
          </a:solidFill>
          <a:ln xmlns:a="http://schemas.openxmlformats.org/drawingml/2006/main" w="9525">
            <a:solidFill>
              <a:srgbClr val="D9DED9"/>
            </a:solidFill>
            <a:prstDash val="solid"/>
          </a:ln>
        </p:spPr>
      </p:sp>
      <p:sp>
        <p:nvSpPr>
          <p:cNvPr id="4" name="">
            <a:extLst xmlns:a="http://schemas.openxmlformats.org/drawingml/2006/main">
              <a:ext uri="{FF2B5EF4-FFF2-40B4-BE49-F238E27FC236}">
                <a16:creationId xmlns:a16="http://schemas.microsoft.com/office/drawing/2014/main" id="{E63FB2A8-64F3-4F43-917F-CC4EAE9AFAFD}"/>
              </a:ext>
            </a:extLst>
          </p:cNvPr>
          <p:cNvSpPr>
            <a:spLocks xmlns:a="http://schemas.openxmlformats.org/drawingml/2006/main" noGrp="1"/>
          </p:cNvSpPr>
          <p:nvPr/>
        </p:nvSpPr>
        <p:spPr>
          <a:xfrm xmlns:a="http://schemas.openxmlformats.org/drawingml/2006/main">
            <a:off x="933450" y="2181225"/>
            <a:ext cx="1695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E2D3C"/>
                </a:solidFill>
                <a:latin typeface="Arial"/>
                <a:ea typeface="Arial"/>
                <a:cs typeface="Arial"/>
              </a:defRPr>
            </a:defPPr>
          </a:lstStyle>
          <a:p xmlns:a="http://schemas.openxmlformats.org/drawingml/2006/main">
            <a:pPr algn="l">
              <a:defRPr sz="1575" b="1" i="0">
                <a:solidFill>
                  <a:srgbClr val="1E2D3C"/>
                </a:solidFill>
                <a:latin typeface="Arial"/>
                <a:ea typeface="Arial"/>
                <a:cs typeface="Arial"/>
              </a:defRPr>
            </a:pPr>
            <a:r>
              <a:rPr sz="1575" b="1" i="0">
                <a:solidFill>
                  <a:srgbClr val="1E2D3C"/>
                </a:solidFill>
                <a:latin typeface="Arial"/>
                <a:ea typeface="Arial"/>
                <a:cs typeface="Arial"/>
              </a:rPr>
              <a:t>Browser</a:t>
            </a:r>
          </a:p>
        </p:txBody>
      </p:sp>
      <p:sp>
        <p:nvSpPr>
          <p:cNvPr id="5" name="">
            <a:extLst xmlns:a="http://schemas.openxmlformats.org/drawingml/2006/main">
              <a:ext uri="{FF2B5EF4-FFF2-40B4-BE49-F238E27FC236}">
                <a16:creationId xmlns:a16="http://schemas.microsoft.com/office/drawing/2014/main" id="{DAD901BC-86E4-4678-8B79-5DA388EF950E}"/>
              </a:ext>
            </a:extLst>
          </p:cNvPr>
          <p:cNvSpPr>
            <a:spLocks xmlns:a="http://schemas.openxmlformats.org/drawingml/2006/main" noGrp="1"/>
          </p:cNvSpPr>
          <p:nvPr/>
        </p:nvSpPr>
        <p:spPr>
          <a:xfrm xmlns:a="http://schemas.openxmlformats.org/drawingml/2006/main">
            <a:off x="933450" y="2609850"/>
            <a:ext cx="171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web/app.js</a:t>
            </a:r>
          </a:p>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state + rendering</a:t>
            </a:r>
          </a:p>
        </p:txBody>
      </p:sp>
      <p:sp>
        <p:nvSpPr>
          <p:cNvPr id="6" name="">
            <a:extLst xmlns:a="http://schemas.openxmlformats.org/drawingml/2006/main">
              <a:ext uri="{FF2B5EF4-FFF2-40B4-BE49-F238E27FC236}">
                <a16:creationId xmlns:a16="http://schemas.microsoft.com/office/drawing/2014/main" id="{94495486-0F42-41F9-88D1-80568E9D288A}"/>
              </a:ext>
            </a:extLst>
          </p:cNvPr>
          <p:cNvSpPr>
            <a:spLocks xmlns:a="http://schemas.openxmlformats.org/drawingml/2006/main" noGrp="1"/>
          </p:cNvSpPr>
          <p:nvPr/>
        </p:nvSpPr>
        <p:spPr>
          <a:xfrm xmlns:a="http://schemas.openxmlformats.org/drawingml/2006/main">
            <a:off x="3409950" y="1971675"/>
            <a:ext cx="2038350" cy="1295400"/>
          </a:xfrm>
          <a:prstGeom xmlns:a="http://schemas.openxmlformats.org/drawingml/2006/main" prst="roundRect">
            <a:avLst>
              <a:gd name="adj" fmla="val 9559"/>
            </a:avLst>
          </a:prstGeom>
          <a:solidFill xmlns:a="http://schemas.openxmlformats.org/drawingml/2006/main">
            <a:srgbClr val="FFFFFF"/>
          </a:solidFill>
          <a:ln xmlns:a="http://schemas.openxmlformats.org/drawingml/2006/main" w="9525">
            <a:solidFill>
              <a:srgbClr val="D9DED9"/>
            </a:solidFill>
            <a:prstDash val="solid"/>
          </a:ln>
        </p:spPr>
      </p:sp>
      <p:sp>
        <p:nvSpPr>
          <p:cNvPr id="7" name="">
            <a:extLst xmlns:a="http://schemas.openxmlformats.org/drawingml/2006/main">
              <a:ext uri="{FF2B5EF4-FFF2-40B4-BE49-F238E27FC236}">
                <a16:creationId xmlns:a16="http://schemas.microsoft.com/office/drawing/2014/main" id="{730FC5F0-C044-4F1D-802C-C53E4C098079}"/>
              </a:ext>
            </a:extLst>
          </p:cNvPr>
          <p:cNvSpPr>
            <a:spLocks xmlns:a="http://schemas.openxmlformats.org/drawingml/2006/main" noGrp="1"/>
          </p:cNvSpPr>
          <p:nvPr/>
        </p:nvSpPr>
        <p:spPr>
          <a:xfrm xmlns:a="http://schemas.openxmlformats.org/drawingml/2006/main">
            <a:off x="3581400" y="2181225"/>
            <a:ext cx="1695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E2D3C"/>
                </a:solidFill>
                <a:latin typeface="Arial"/>
                <a:ea typeface="Arial"/>
                <a:cs typeface="Arial"/>
              </a:defRPr>
            </a:defPPr>
          </a:lstStyle>
          <a:p xmlns:a="http://schemas.openxmlformats.org/drawingml/2006/main">
            <a:pPr algn="l">
              <a:defRPr sz="1575" b="1" i="0">
                <a:solidFill>
                  <a:srgbClr val="1E2D3C"/>
                </a:solidFill>
                <a:latin typeface="Arial"/>
                <a:ea typeface="Arial"/>
                <a:cs typeface="Arial"/>
              </a:defRPr>
            </a:pPr>
            <a:r>
              <a:rPr sz="1575" b="1" i="0">
                <a:solidFill>
                  <a:srgbClr val="1E2D3C"/>
                </a:solidFill>
                <a:latin typeface="Arial"/>
                <a:ea typeface="Arial"/>
                <a:cs typeface="Arial"/>
              </a:rPr>
              <a:t>API + schema</a:t>
            </a:r>
          </a:p>
        </p:txBody>
      </p:sp>
      <p:sp>
        <p:nvSpPr>
          <p:cNvPr id="8" name="">
            <a:extLst xmlns:a="http://schemas.openxmlformats.org/drawingml/2006/main">
              <a:ext uri="{FF2B5EF4-FFF2-40B4-BE49-F238E27FC236}">
                <a16:creationId xmlns:a16="http://schemas.microsoft.com/office/drawing/2014/main" id="{433318B1-D40C-41A3-8FA3-CEC0991E7C25}"/>
              </a:ext>
            </a:extLst>
          </p:cNvPr>
          <p:cNvSpPr>
            <a:spLocks xmlns:a="http://schemas.openxmlformats.org/drawingml/2006/main" noGrp="1"/>
          </p:cNvSpPr>
          <p:nvPr/>
        </p:nvSpPr>
        <p:spPr>
          <a:xfrm xmlns:a="http://schemas.openxmlformats.org/drawingml/2006/main">
            <a:off x="3581400" y="2609850"/>
            <a:ext cx="171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routes</a:t>
            </a:r>
          </a:p>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request validation</a:t>
            </a:r>
          </a:p>
        </p:txBody>
      </p:sp>
      <p:sp>
        <p:nvSpPr>
          <p:cNvPr id="9" name="">
            <a:extLst xmlns:a="http://schemas.openxmlformats.org/drawingml/2006/main">
              <a:ext uri="{FF2B5EF4-FFF2-40B4-BE49-F238E27FC236}">
                <a16:creationId xmlns:a16="http://schemas.microsoft.com/office/drawing/2014/main" id="{01AFD272-5272-4C9D-AD19-BCC339AAA20B}"/>
              </a:ext>
            </a:extLst>
          </p:cNvPr>
          <p:cNvSpPr>
            <a:spLocks xmlns:a="http://schemas.openxmlformats.org/drawingml/2006/main" noGrp="1"/>
          </p:cNvSpPr>
          <p:nvPr/>
        </p:nvSpPr>
        <p:spPr>
          <a:xfrm xmlns:a="http://schemas.openxmlformats.org/drawingml/2006/main">
            <a:off x="6057900" y="1971675"/>
            <a:ext cx="2038350" cy="1295400"/>
          </a:xfrm>
          <a:prstGeom xmlns:a="http://schemas.openxmlformats.org/drawingml/2006/main" prst="roundRect">
            <a:avLst>
              <a:gd name="adj" fmla="val 9559"/>
            </a:avLst>
          </a:prstGeom>
          <a:solidFill xmlns:a="http://schemas.openxmlformats.org/drawingml/2006/main">
            <a:srgbClr val="FFFFFF"/>
          </a:solidFill>
          <a:ln xmlns:a="http://schemas.openxmlformats.org/drawingml/2006/main" w="9525">
            <a:solidFill>
              <a:srgbClr val="D9DED9"/>
            </a:solidFill>
            <a:prstDash val="solid"/>
          </a:ln>
        </p:spPr>
      </p:sp>
      <p:sp>
        <p:nvSpPr>
          <p:cNvPr id="10" name="">
            <a:extLst xmlns:a="http://schemas.openxmlformats.org/drawingml/2006/main">
              <a:ext uri="{FF2B5EF4-FFF2-40B4-BE49-F238E27FC236}">
                <a16:creationId xmlns:a16="http://schemas.microsoft.com/office/drawing/2014/main" id="{7CABCDCF-A5A0-48D8-A2AD-C56066497DD9}"/>
              </a:ext>
            </a:extLst>
          </p:cNvPr>
          <p:cNvSpPr>
            <a:spLocks xmlns:a="http://schemas.openxmlformats.org/drawingml/2006/main" noGrp="1"/>
          </p:cNvSpPr>
          <p:nvPr/>
        </p:nvSpPr>
        <p:spPr>
          <a:xfrm xmlns:a="http://schemas.openxmlformats.org/drawingml/2006/main">
            <a:off x="6229350" y="2181225"/>
            <a:ext cx="1695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E2D3C"/>
                </a:solidFill>
                <a:latin typeface="Arial"/>
                <a:ea typeface="Arial"/>
                <a:cs typeface="Arial"/>
              </a:defRPr>
            </a:defPPr>
          </a:lstStyle>
          <a:p xmlns:a="http://schemas.openxmlformats.org/drawingml/2006/main">
            <a:pPr algn="l">
              <a:defRPr sz="1575" b="1" i="0">
                <a:solidFill>
                  <a:srgbClr val="1E2D3C"/>
                </a:solidFill>
                <a:latin typeface="Arial"/>
                <a:ea typeface="Arial"/>
                <a:cs typeface="Arial"/>
              </a:defRPr>
            </a:pPr>
            <a:r>
              <a:rPr sz="1575" b="1" i="0">
                <a:solidFill>
                  <a:srgbClr val="1E2D3C"/>
                </a:solidFill>
                <a:latin typeface="Arial"/>
                <a:ea typeface="Arial"/>
                <a:cs typeface="Arial"/>
              </a:rPr>
              <a:t>Controllers</a:t>
            </a:r>
          </a:p>
        </p:txBody>
      </p:sp>
      <p:sp>
        <p:nvSpPr>
          <p:cNvPr id="11" name="">
            <a:extLst xmlns:a="http://schemas.openxmlformats.org/drawingml/2006/main">
              <a:ext uri="{FF2B5EF4-FFF2-40B4-BE49-F238E27FC236}">
                <a16:creationId xmlns:a16="http://schemas.microsoft.com/office/drawing/2014/main" id="{E88EE00F-222D-4E0D-8288-B99FF6CDDEB7}"/>
              </a:ext>
            </a:extLst>
          </p:cNvPr>
          <p:cNvSpPr>
            <a:spLocks xmlns:a="http://schemas.openxmlformats.org/drawingml/2006/main" noGrp="1"/>
          </p:cNvSpPr>
          <p:nvPr/>
        </p:nvSpPr>
        <p:spPr>
          <a:xfrm xmlns:a="http://schemas.openxmlformats.org/drawingml/2006/main">
            <a:off x="6229350" y="2609850"/>
            <a:ext cx="171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audit + dispatch</a:t>
            </a:r>
          </a:p>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response envelope</a:t>
            </a:r>
          </a:p>
        </p:txBody>
      </p:sp>
      <p:sp>
        <p:nvSpPr>
          <p:cNvPr id="12" name="">
            <a:extLst xmlns:a="http://schemas.openxmlformats.org/drawingml/2006/main">
              <a:ext uri="{FF2B5EF4-FFF2-40B4-BE49-F238E27FC236}">
                <a16:creationId xmlns:a16="http://schemas.microsoft.com/office/drawing/2014/main" id="{0BA8D581-3E86-46FD-9144-CE62AA9FDA01}"/>
              </a:ext>
            </a:extLst>
          </p:cNvPr>
          <p:cNvSpPr>
            <a:spLocks xmlns:a="http://schemas.openxmlformats.org/drawingml/2006/main" noGrp="1"/>
          </p:cNvSpPr>
          <p:nvPr/>
        </p:nvSpPr>
        <p:spPr>
          <a:xfrm xmlns:a="http://schemas.openxmlformats.org/drawingml/2006/main">
            <a:off x="8705850" y="1971675"/>
            <a:ext cx="2038350" cy="1295400"/>
          </a:xfrm>
          <a:prstGeom xmlns:a="http://schemas.openxmlformats.org/drawingml/2006/main" prst="roundRect">
            <a:avLst>
              <a:gd name="adj" fmla="val 9559"/>
            </a:avLst>
          </a:prstGeom>
          <a:solidFill xmlns:a="http://schemas.openxmlformats.org/drawingml/2006/main">
            <a:srgbClr val="FFFFFF"/>
          </a:solidFill>
          <a:ln xmlns:a="http://schemas.openxmlformats.org/drawingml/2006/main" w="9525">
            <a:solidFill>
              <a:srgbClr val="D9DED9"/>
            </a:solidFill>
            <a:prstDash val="solid"/>
          </a:ln>
        </p:spPr>
      </p:sp>
      <p:sp>
        <p:nvSpPr>
          <p:cNvPr id="13" name="">
            <a:extLst xmlns:a="http://schemas.openxmlformats.org/drawingml/2006/main">
              <a:ext uri="{FF2B5EF4-FFF2-40B4-BE49-F238E27FC236}">
                <a16:creationId xmlns:a16="http://schemas.microsoft.com/office/drawing/2014/main" id="{A95DCED7-E4CB-45E3-9915-935993604496}"/>
              </a:ext>
            </a:extLst>
          </p:cNvPr>
          <p:cNvSpPr>
            <a:spLocks xmlns:a="http://schemas.openxmlformats.org/drawingml/2006/main" noGrp="1"/>
          </p:cNvSpPr>
          <p:nvPr/>
        </p:nvSpPr>
        <p:spPr>
          <a:xfrm xmlns:a="http://schemas.openxmlformats.org/drawingml/2006/main">
            <a:off x="8877300" y="2181225"/>
            <a:ext cx="1695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E2D3C"/>
                </a:solidFill>
                <a:latin typeface="Arial"/>
                <a:ea typeface="Arial"/>
                <a:cs typeface="Arial"/>
              </a:defRPr>
            </a:defPPr>
          </a:lstStyle>
          <a:p xmlns:a="http://schemas.openxmlformats.org/drawingml/2006/main">
            <a:pPr algn="l">
              <a:defRPr sz="1575" b="1" i="0">
                <a:solidFill>
                  <a:srgbClr val="1E2D3C"/>
                </a:solidFill>
                <a:latin typeface="Arial"/>
                <a:ea typeface="Arial"/>
                <a:cs typeface="Arial"/>
              </a:defRPr>
            </a:pPr>
            <a:r>
              <a:rPr sz="1575" b="1" i="0">
                <a:solidFill>
                  <a:srgbClr val="1E2D3C"/>
                </a:solidFill>
                <a:latin typeface="Arial"/>
                <a:ea typeface="Arial"/>
                <a:cs typeface="Arial"/>
              </a:rPr>
              <a:t>Services</a:t>
            </a:r>
          </a:p>
        </p:txBody>
      </p:sp>
      <p:sp>
        <p:nvSpPr>
          <p:cNvPr id="14" name="">
            <a:extLst xmlns:a="http://schemas.openxmlformats.org/drawingml/2006/main">
              <a:ext uri="{FF2B5EF4-FFF2-40B4-BE49-F238E27FC236}">
                <a16:creationId xmlns:a16="http://schemas.microsoft.com/office/drawing/2014/main" id="{AEE34857-3F49-4725-8D50-A88FADABA85A}"/>
              </a:ext>
            </a:extLst>
          </p:cNvPr>
          <p:cNvSpPr>
            <a:spLocks xmlns:a="http://schemas.openxmlformats.org/drawingml/2006/main" noGrp="1"/>
          </p:cNvSpPr>
          <p:nvPr/>
        </p:nvSpPr>
        <p:spPr>
          <a:xfrm xmlns:a="http://schemas.openxmlformats.org/drawingml/2006/main">
            <a:off x="8877300" y="2609850"/>
            <a:ext cx="171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audit · risk · portfolio</a:t>
            </a:r>
          </a:p>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local rules primary</a:t>
            </a:r>
          </a:p>
        </p:txBody>
      </p:sp>
      <p:sp>
        <p:nvSpPr>
          <p:cNvPr id="15" name="">
            <a:extLst xmlns:a="http://schemas.openxmlformats.org/drawingml/2006/main">
              <a:ext uri="{FF2B5EF4-FFF2-40B4-BE49-F238E27FC236}">
                <a16:creationId xmlns:a16="http://schemas.microsoft.com/office/drawing/2014/main" id="{EA9A24E1-3E4E-40A8-9D7C-11ED826E69B7}"/>
              </a:ext>
            </a:extLst>
          </p:cNvPr>
          <p:cNvSpPr>
            <a:spLocks xmlns:a="http://schemas.openxmlformats.org/drawingml/2006/main" noGrp="1"/>
          </p:cNvSpPr>
          <p:nvPr/>
        </p:nvSpPr>
        <p:spPr>
          <a:xfrm xmlns:a="http://schemas.openxmlformats.org/drawingml/2006/main">
            <a:off x="2905125" y="2590800"/>
            <a:ext cx="304800" cy="19050"/>
          </a:xfrm>
          <a:prstGeom xmlns:a="http://schemas.openxmlformats.org/drawingml/2006/main" prst="rect">
            <a:avLst/>
          </a:prstGeom>
          <a:solidFill xmlns:a="http://schemas.openxmlformats.org/drawingml/2006/main">
            <a:srgbClr val="3B8B6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B6E32DD-2E48-4E7A-AB98-CFFBCAC82D68}"/>
              </a:ext>
            </a:extLst>
          </p:cNvPr>
          <p:cNvSpPr>
            <a:spLocks xmlns:a="http://schemas.openxmlformats.org/drawingml/2006/main" noGrp="1"/>
          </p:cNvSpPr>
          <p:nvPr/>
        </p:nvSpPr>
        <p:spPr>
          <a:xfrm xmlns:a="http://schemas.openxmlformats.org/drawingml/2006/main" rot="5400000">
            <a:off x="3162300" y="2533650"/>
            <a:ext cx="133350" cy="133350"/>
          </a:xfrm>
          <a:prstGeom xmlns:a="http://schemas.openxmlformats.org/drawingml/2006/main" prst="triangle">
            <a:avLst/>
          </a:prstGeom>
          <a:solidFill xmlns:a="http://schemas.openxmlformats.org/drawingml/2006/main">
            <a:srgbClr val="3B8B68"/>
          </a:solidFill>
          <a:ln xmlns:a="http://schemas.openxmlformats.org/drawingml/2006/main" w="0">
            <a:solidFill>
              <a:srgbClr val="3B8B68"/>
            </a:solidFill>
            <a:prstDash val="solid"/>
          </a:ln>
        </p:spPr>
      </p:sp>
      <p:sp>
        <p:nvSpPr>
          <p:cNvPr id="17" name="">
            <a:extLst xmlns:a="http://schemas.openxmlformats.org/drawingml/2006/main">
              <a:ext uri="{FF2B5EF4-FFF2-40B4-BE49-F238E27FC236}">
                <a16:creationId xmlns:a16="http://schemas.microsoft.com/office/drawing/2014/main" id="{EDEFA16F-BF91-4876-9DDD-3AC64A9E4ECD}"/>
              </a:ext>
            </a:extLst>
          </p:cNvPr>
          <p:cNvSpPr>
            <a:spLocks xmlns:a="http://schemas.openxmlformats.org/drawingml/2006/main" noGrp="1"/>
          </p:cNvSpPr>
          <p:nvPr/>
        </p:nvSpPr>
        <p:spPr>
          <a:xfrm xmlns:a="http://schemas.openxmlformats.org/drawingml/2006/main">
            <a:off x="5553075" y="2590800"/>
            <a:ext cx="304800" cy="19050"/>
          </a:xfrm>
          <a:prstGeom xmlns:a="http://schemas.openxmlformats.org/drawingml/2006/main" prst="rect">
            <a:avLst/>
          </a:prstGeom>
          <a:solidFill xmlns:a="http://schemas.openxmlformats.org/drawingml/2006/main">
            <a:srgbClr val="3B8B6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59A0CE2-6A6F-49A7-80E3-080A37B495BF}"/>
              </a:ext>
            </a:extLst>
          </p:cNvPr>
          <p:cNvSpPr>
            <a:spLocks xmlns:a="http://schemas.openxmlformats.org/drawingml/2006/main" noGrp="1"/>
          </p:cNvSpPr>
          <p:nvPr/>
        </p:nvSpPr>
        <p:spPr>
          <a:xfrm xmlns:a="http://schemas.openxmlformats.org/drawingml/2006/main" rot="5400000">
            <a:off x="5810250" y="2533650"/>
            <a:ext cx="133350" cy="133350"/>
          </a:xfrm>
          <a:prstGeom xmlns:a="http://schemas.openxmlformats.org/drawingml/2006/main" prst="triangle">
            <a:avLst/>
          </a:prstGeom>
          <a:solidFill xmlns:a="http://schemas.openxmlformats.org/drawingml/2006/main">
            <a:srgbClr val="3B8B68"/>
          </a:solidFill>
          <a:ln xmlns:a="http://schemas.openxmlformats.org/drawingml/2006/main" w="0">
            <a:solidFill>
              <a:srgbClr val="3B8B68"/>
            </a:solidFill>
            <a:prstDash val="solid"/>
          </a:ln>
        </p:spPr>
      </p:sp>
      <p:sp>
        <p:nvSpPr>
          <p:cNvPr id="19" name="">
            <a:extLst xmlns:a="http://schemas.openxmlformats.org/drawingml/2006/main">
              <a:ext uri="{FF2B5EF4-FFF2-40B4-BE49-F238E27FC236}">
                <a16:creationId xmlns:a16="http://schemas.microsoft.com/office/drawing/2014/main" id="{8B366EDA-AE72-4955-A2F0-C6FBEA1FF28D}"/>
              </a:ext>
            </a:extLst>
          </p:cNvPr>
          <p:cNvSpPr>
            <a:spLocks xmlns:a="http://schemas.openxmlformats.org/drawingml/2006/main" noGrp="1"/>
          </p:cNvSpPr>
          <p:nvPr/>
        </p:nvSpPr>
        <p:spPr>
          <a:xfrm xmlns:a="http://schemas.openxmlformats.org/drawingml/2006/main">
            <a:off x="8201025" y="2590800"/>
            <a:ext cx="304800" cy="19050"/>
          </a:xfrm>
          <a:prstGeom xmlns:a="http://schemas.openxmlformats.org/drawingml/2006/main" prst="rect">
            <a:avLst/>
          </a:prstGeom>
          <a:solidFill xmlns:a="http://schemas.openxmlformats.org/drawingml/2006/main">
            <a:srgbClr val="3B8B6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10D92E6-E4B5-47A6-AC07-FFDE4865F82C}"/>
              </a:ext>
            </a:extLst>
          </p:cNvPr>
          <p:cNvSpPr>
            <a:spLocks xmlns:a="http://schemas.openxmlformats.org/drawingml/2006/main" noGrp="1"/>
          </p:cNvSpPr>
          <p:nvPr/>
        </p:nvSpPr>
        <p:spPr>
          <a:xfrm xmlns:a="http://schemas.openxmlformats.org/drawingml/2006/main" rot="5400000">
            <a:off x="8458200" y="2533650"/>
            <a:ext cx="133350" cy="133350"/>
          </a:xfrm>
          <a:prstGeom xmlns:a="http://schemas.openxmlformats.org/drawingml/2006/main" prst="triangle">
            <a:avLst/>
          </a:prstGeom>
          <a:solidFill xmlns:a="http://schemas.openxmlformats.org/drawingml/2006/main">
            <a:srgbClr val="3B8B68"/>
          </a:solidFill>
          <a:ln xmlns:a="http://schemas.openxmlformats.org/drawingml/2006/main" w="0">
            <a:solidFill>
              <a:srgbClr val="3B8B68"/>
            </a:solidFill>
            <a:prstDash val="solid"/>
          </a:ln>
        </p:spPr>
      </p:sp>
      <p:sp>
        <p:nvSpPr>
          <p:cNvPr id="21" name="">
            <a:extLst xmlns:a="http://schemas.openxmlformats.org/drawingml/2006/main">
              <a:ext uri="{FF2B5EF4-FFF2-40B4-BE49-F238E27FC236}">
                <a16:creationId xmlns:a16="http://schemas.microsoft.com/office/drawing/2014/main" id="{F24FF331-9BB3-434E-A730-3395F74B05BC}"/>
              </a:ext>
            </a:extLst>
          </p:cNvPr>
          <p:cNvSpPr>
            <a:spLocks xmlns:a="http://schemas.openxmlformats.org/drawingml/2006/main" noGrp="1"/>
          </p:cNvSpPr>
          <p:nvPr/>
        </p:nvSpPr>
        <p:spPr>
          <a:xfrm xmlns:a="http://schemas.openxmlformats.org/drawingml/2006/main">
            <a:off x="3409950" y="3400425"/>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3B8B68"/>
                </a:solidFill>
                <a:latin typeface="Arial"/>
                <a:ea typeface="Arial"/>
                <a:cs typeface="Arial"/>
              </a:defRPr>
            </a:defPPr>
          </a:lstStyle>
          <a:p xmlns:a="http://schemas.openxmlformats.org/drawingml/2006/main">
            <a:pPr algn="ctr">
              <a:defRPr sz="900" b="1" i="0">
                <a:solidFill>
                  <a:srgbClr val="3B8B68"/>
                </a:solidFill>
                <a:latin typeface="Arial"/>
                <a:ea typeface="Arial"/>
                <a:cs typeface="Arial"/>
              </a:defRPr>
            </a:pPr>
            <a:r>
              <a:rPr sz="900" b="1" i="0">
                <a:solidFill>
                  <a:srgbClr val="3B8B68"/>
                </a:solidFill>
                <a:latin typeface="Arial"/>
                <a:ea typeface="Arial"/>
                <a:cs typeface="Arial"/>
              </a:rPr>
              <a:t>POST /api/audit</a:t>
            </a:r>
          </a:p>
        </p:txBody>
      </p:sp>
      <p:sp>
        <p:nvSpPr>
          <p:cNvPr id="22" name="">
            <a:extLst xmlns:a="http://schemas.openxmlformats.org/drawingml/2006/main">
              <a:ext uri="{FF2B5EF4-FFF2-40B4-BE49-F238E27FC236}">
                <a16:creationId xmlns:a16="http://schemas.microsoft.com/office/drawing/2014/main" id="{99912965-2179-446E-B9A8-EB9D05AFF83F}"/>
              </a:ext>
            </a:extLst>
          </p:cNvPr>
          <p:cNvSpPr>
            <a:spLocks xmlns:a="http://schemas.openxmlformats.org/drawingml/2006/main" noGrp="1"/>
          </p:cNvSpPr>
          <p:nvPr/>
        </p:nvSpPr>
        <p:spPr>
          <a:xfrm xmlns:a="http://schemas.openxmlformats.org/drawingml/2006/main">
            <a:off x="762000" y="3962400"/>
            <a:ext cx="106680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9D2CC34-6297-4034-BF7A-3C52D08B66CD}"/>
              </a:ext>
            </a:extLst>
          </p:cNvPr>
          <p:cNvSpPr>
            <a:spLocks xmlns:a="http://schemas.openxmlformats.org/drawingml/2006/main" noGrp="1"/>
          </p:cNvSpPr>
          <p:nvPr/>
        </p:nvSpPr>
        <p:spPr>
          <a:xfrm xmlns:a="http://schemas.openxmlformats.org/drawingml/2006/main">
            <a:off x="762000" y="4314825"/>
            <a:ext cx="66675" cy="981075"/>
          </a:xfrm>
          <a:prstGeom xmlns:a="http://schemas.openxmlformats.org/drawingml/2006/main" prst="rect">
            <a:avLst/>
          </a:prstGeom>
          <a:solidFill xmlns:a="http://schemas.openxmlformats.org/drawingml/2006/main">
            <a:srgbClr val="526D9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DFFA334-0E3D-4EBC-B444-C1AD7AB0CEBB}"/>
              </a:ext>
            </a:extLst>
          </p:cNvPr>
          <p:cNvSpPr>
            <a:spLocks xmlns:a="http://schemas.openxmlformats.org/drawingml/2006/main" noGrp="1"/>
          </p:cNvSpPr>
          <p:nvPr/>
        </p:nvSpPr>
        <p:spPr>
          <a:xfrm xmlns:a="http://schemas.openxmlformats.org/drawingml/2006/main">
            <a:off x="952500" y="4305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E2D3C"/>
                </a:solidFill>
                <a:latin typeface="Arial"/>
                <a:ea typeface="Arial"/>
                <a:cs typeface="Arial"/>
              </a:defRPr>
            </a:defPPr>
          </a:lstStyle>
          <a:p xmlns:a="http://schemas.openxmlformats.org/drawingml/2006/main">
            <a:pPr algn="l">
              <a:defRPr sz="1425" b="1" i="0">
                <a:solidFill>
                  <a:srgbClr val="1E2D3C"/>
                </a:solidFill>
                <a:latin typeface="Arial"/>
                <a:ea typeface="Arial"/>
                <a:cs typeface="Arial"/>
              </a:defRPr>
            </a:pPr>
            <a:r>
              <a:rPr sz="1425" b="1" i="0">
                <a:solidFill>
                  <a:srgbClr val="1E2D3C"/>
                </a:solidFill>
                <a:latin typeface="Arial"/>
                <a:ea typeface="Arial"/>
                <a:cs typeface="Arial"/>
              </a:rPr>
              <a:t>Langflow</a:t>
            </a:r>
          </a:p>
        </p:txBody>
      </p:sp>
      <p:sp>
        <p:nvSpPr>
          <p:cNvPr id="25" name="">
            <a:extLst xmlns:a="http://schemas.openxmlformats.org/drawingml/2006/main">
              <a:ext uri="{FF2B5EF4-FFF2-40B4-BE49-F238E27FC236}">
                <a16:creationId xmlns:a16="http://schemas.microsoft.com/office/drawing/2014/main" id="{45CD6C75-7850-4D90-B66E-B6B7305C64EA}"/>
              </a:ext>
            </a:extLst>
          </p:cNvPr>
          <p:cNvSpPr>
            <a:spLocks xmlns:a="http://schemas.openxmlformats.org/drawingml/2006/main" noGrp="1"/>
          </p:cNvSpPr>
          <p:nvPr/>
        </p:nvSpPr>
        <p:spPr>
          <a:xfrm xmlns:a="http://schemas.openxmlformats.org/drawingml/2006/main">
            <a:off x="952500" y="4657725"/>
            <a:ext cx="295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Advisory opt-in per audit; local score tetap authoritative.</a:t>
            </a:r>
          </a:p>
        </p:txBody>
      </p:sp>
      <p:sp>
        <p:nvSpPr>
          <p:cNvPr id="26" name="">
            <a:extLst xmlns:a="http://schemas.openxmlformats.org/drawingml/2006/main">
              <a:ext uri="{FF2B5EF4-FFF2-40B4-BE49-F238E27FC236}">
                <a16:creationId xmlns:a16="http://schemas.microsoft.com/office/drawing/2014/main" id="{04DB7B2E-7770-4AA6-8927-45F9D1726D95}"/>
              </a:ext>
            </a:extLst>
          </p:cNvPr>
          <p:cNvSpPr>
            <a:spLocks xmlns:a="http://schemas.openxmlformats.org/drawingml/2006/main" noGrp="1"/>
          </p:cNvSpPr>
          <p:nvPr/>
        </p:nvSpPr>
        <p:spPr>
          <a:xfrm xmlns:a="http://schemas.openxmlformats.org/drawingml/2006/main">
            <a:off x="4343400" y="4314825"/>
            <a:ext cx="66675" cy="981075"/>
          </a:xfrm>
          <a:prstGeom xmlns:a="http://schemas.openxmlformats.org/drawingml/2006/main" prst="rect">
            <a:avLst/>
          </a:prstGeom>
          <a:solidFill xmlns:a="http://schemas.openxmlformats.org/drawingml/2006/main">
            <a:srgbClr val="B5843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5EAA297-1B08-46DC-9BD8-EBA54C570FEC}"/>
              </a:ext>
            </a:extLst>
          </p:cNvPr>
          <p:cNvSpPr>
            <a:spLocks xmlns:a="http://schemas.openxmlformats.org/drawingml/2006/main" noGrp="1"/>
          </p:cNvSpPr>
          <p:nvPr/>
        </p:nvSpPr>
        <p:spPr>
          <a:xfrm xmlns:a="http://schemas.openxmlformats.org/drawingml/2006/main">
            <a:off x="4533900" y="4305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E2D3C"/>
                </a:solidFill>
                <a:latin typeface="Arial"/>
                <a:ea typeface="Arial"/>
                <a:cs typeface="Arial"/>
              </a:defRPr>
            </a:defPPr>
          </a:lstStyle>
          <a:p xmlns:a="http://schemas.openxmlformats.org/drawingml/2006/main">
            <a:pPr algn="l">
              <a:defRPr sz="1425" b="1" i="0">
                <a:solidFill>
                  <a:srgbClr val="1E2D3C"/>
                </a:solidFill>
                <a:latin typeface="Arial"/>
                <a:ea typeface="Arial"/>
                <a:cs typeface="Arial"/>
              </a:defRPr>
            </a:pPr>
            <a:r>
              <a:rPr sz="1425" b="1" i="0">
                <a:solidFill>
                  <a:srgbClr val="1E2D3C"/>
                </a:solidFill>
                <a:latin typeface="Arial"/>
                <a:ea typeface="Arial"/>
                <a:cs typeface="Arial"/>
              </a:rPr>
              <a:t>Composio</a:t>
            </a:r>
          </a:p>
        </p:txBody>
      </p:sp>
      <p:sp>
        <p:nvSpPr>
          <p:cNvPr id="28" name="">
            <a:extLst xmlns:a="http://schemas.openxmlformats.org/drawingml/2006/main">
              <a:ext uri="{FF2B5EF4-FFF2-40B4-BE49-F238E27FC236}">
                <a16:creationId xmlns:a16="http://schemas.microsoft.com/office/drawing/2014/main" id="{83AA48B7-9634-4B14-94CA-744D8002EC71}"/>
              </a:ext>
            </a:extLst>
          </p:cNvPr>
          <p:cNvSpPr>
            <a:spLocks xmlns:a="http://schemas.openxmlformats.org/drawingml/2006/main" noGrp="1"/>
          </p:cNvSpPr>
          <p:nvPr/>
        </p:nvSpPr>
        <p:spPr>
          <a:xfrm xmlns:a="http://schemas.openxmlformats.org/drawingml/2006/main">
            <a:off x="4533900" y="4657725"/>
            <a:ext cx="295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Docs, Calendar, Gmail; mode simulasi jika key belum ada.</a:t>
            </a:r>
          </a:p>
        </p:txBody>
      </p:sp>
      <p:sp>
        <p:nvSpPr>
          <p:cNvPr id="29" name="">
            <a:extLst xmlns:a="http://schemas.openxmlformats.org/drawingml/2006/main">
              <a:ext uri="{FF2B5EF4-FFF2-40B4-BE49-F238E27FC236}">
                <a16:creationId xmlns:a16="http://schemas.microsoft.com/office/drawing/2014/main" id="{79987F33-558E-4EEB-88FA-5764C5AE15CF}"/>
              </a:ext>
            </a:extLst>
          </p:cNvPr>
          <p:cNvSpPr>
            <a:spLocks xmlns:a="http://schemas.openxmlformats.org/drawingml/2006/main" noGrp="1"/>
          </p:cNvSpPr>
          <p:nvPr/>
        </p:nvSpPr>
        <p:spPr>
          <a:xfrm xmlns:a="http://schemas.openxmlformats.org/drawingml/2006/main">
            <a:off x="7924800" y="4314825"/>
            <a:ext cx="66675" cy="981075"/>
          </a:xfrm>
          <a:prstGeom xmlns:a="http://schemas.openxmlformats.org/drawingml/2006/main" prst="rect">
            <a:avLst/>
          </a:prstGeom>
          <a:solidFill xmlns:a="http://schemas.openxmlformats.org/drawingml/2006/main">
            <a:srgbClr val="3B8B6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843CAD7-AD8B-4853-8DD9-A12ACE5B8707}"/>
              </a:ext>
            </a:extLst>
          </p:cNvPr>
          <p:cNvSpPr>
            <a:spLocks xmlns:a="http://schemas.openxmlformats.org/drawingml/2006/main" noGrp="1"/>
          </p:cNvSpPr>
          <p:nvPr/>
        </p:nvSpPr>
        <p:spPr>
          <a:xfrm xmlns:a="http://schemas.openxmlformats.org/drawingml/2006/main">
            <a:off x="8115300" y="4305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E2D3C"/>
                </a:solidFill>
                <a:latin typeface="Arial"/>
                <a:ea typeface="Arial"/>
                <a:cs typeface="Arial"/>
              </a:defRPr>
            </a:defPPr>
          </a:lstStyle>
          <a:p xmlns:a="http://schemas.openxmlformats.org/drawingml/2006/main">
            <a:pPr algn="l">
              <a:defRPr sz="1425" b="1" i="0">
                <a:solidFill>
                  <a:srgbClr val="1E2D3C"/>
                </a:solidFill>
                <a:latin typeface="Arial"/>
                <a:ea typeface="Arial"/>
                <a:cs typeface="Arial"/>
              </a:defRPr>
            </a:pPr>
            <a:r>
              <a:rPr sz="1425" b="1" i="0">
                <a:solidFill>
                  <a:srgbClr val="1E2D3C"/>
                </a:solidFill>
                <a:latin typeface="Arial"/>
                <a:ea typeface="Arial"/>
                <a:cs typeface="Arial"/>
              </a:rPr>
              <a:t>IBM Bob / MCP</a:t>
            </a:r>
          </a:p>
        </p:txBody>
      </p:sp>
      <p:sp>
        <p:nvSpPr>
          <p:cNvPr id="31" name="">
            <a:extLst xmlns:a="http://schemas.openxmlformats.org/drawingml/2006/main">
              <a:ext uri="{FF2B5EF4-FFF2-40B4-BE49-F238E27FC236}">
                <a16:creationId xmlns:a16="http://schemas.microsoft.com/office/drawing/2014/main" id="{5579EE41-C6D9-4C7E-8A84-990B36A54BC9}"/>
              </a:ext>
            </a:extLst>
          </p:cNvPr>
          <p:cNvSpPr>
            <a:spLocks xmlns:a="http://schemas.openxmlformats.org/drawingml/2006/main" noGrp="1"/>
          </p:cNvSpPr>
          <p:nvPr/>
        </p:nvSpPr>
        <p:spPr>
          <a:xfrm xmlns:a="http://schemas.openxmlformats.org/drawingml/2006/main">
            <a:off x="8115300" y="4657725"/>
            <a:ext cx="295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bob/mcp.json tersedia; koneksi live belum diverifikasi.</a:t>
            </a:r>
          </a:p>
        </p:txBody>
      </p:sp>
      <p:sp>
        <p:nvSpPr>
          <p:cNvPr id="32" name="">
            <a:extLst xmlns:a="http://schemas.openxmlformats.org/drawingml/2006/main">
              <a:ext uri="{FF2B5EF4-FFF2-40B4-BE49-F238E27FC236}">
                <a16:creationId xmlns:a16="http://schemas.microsoft.com/office/drawing/2014/main" id="{6FB2271F-2FA5-485C-A612-46AAFCA0D1E9}"/>
              </a:ext>
            </a:extLst>
          </p:cNvPr>
          <p:cNvSpPr>
            <a:spLocks xmlns:a="http://schemas.openxmlformats.org/drawingml/2006/main" noGrp="1"/>
          </p:cNvSpPr>
          <p:nvPr/>
        </p:nvSpPr>
        <p:spPr>
          <a:xfrm xmlns:a="http://schemas.openxmlformats.org/drawingml/2006/main">
            <a:off x="762000" y="5695950"/>
            <a:ext cx="1038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1E2D3C"/>
                </a:solidFill>
                <a:latin typeface="Arial"/>
                <a:ea typeface="Arial"/>
                <a:cs typeface="Arial"/>
              </a:defRPr>
            </a:defPPr>
          </a:lstStyle>
          <a:p xmlns:a="http://schemas.openxmlformats.org/drawingml/2006/main">
            <a:pPr algn="l">
              <a:defRPr sz="1125" b="0" i="0">
                <a:solidFill>
                  <a:srgbClr val="1E2D3C"/>
                </a:solidFill>
                <a:latin typeface="Arial"/>
                <a:ea typeface="Arial"/>
                <a:cs typeface="Arial"/>
              </a:defRPr>
            </a:pPr>
            <a:r>
              <a:rPr sz="1125" b="0" i="0">
                <a:solidFill>
                  <a:srgbClr val="1E2D3C"/>
                </a:solidFill>
                <a:latin typeface="Arial"/>
                <a:ea typeface="Arial"/>
                <a:cs typeface="Arial"/>
              </a:rPr>
              <a:t>Pemrosesan eksternal memerlukan konfigurasi; audit lokal tetap tersedia tanpa layanan pihak ketiga.</a:t>
            </a:r>
          </a:p>
        </p:txBody>
      </p:sp>
      <p:sp>
        <p:nvSpPr>
          <p:cNvPr id="33" name="">
            <a:extLst xmlns:a="http://schemas.openxmlformats.org/drawingml/2006/main">
              <a:ext uri="{FF2B5EF4-FFF2-40B4-BE49-F238E27FC236}">
                <a16:creationId xmlns:a16="http://schemas.microsoft.com/office/drawing/2014/main" id="{27D82B77-2236-41EB-9581-00CD05CDBC08}"/>
              </a:ext>
            </a:extLst>
          </p:cNvPr>
          <p:cNvSpPr>
            <a:spLocks xmlns:a="http://schemas.openxmlformats.org/drawingml/2006/main" noGrp="1"/>
          </p:cNvSpPr>
          <p:nvPr/>
        </p:nvSpPr>
        <p:spPr>
          <a:xfrm xmlns:a="http://schemas.openxmlformats.org/drawingml/2006/main">
            <a:off x="723900" y="6429375"/>
            <a:ext cx="107442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84A7702-2A22-4D24-B498-47760A85C2C7}"/>
              </a:ext>
            </a:extLst>
          </p:cNvPr>
          <p:cNvSpPr>
            <a:spLocks xmlns:a="http://schemas.openxmlformats.org/drawingml/2006/main" noGrp="1"/>
          </p:cNvSpPr>
          <p:nvPr/>
        </p:nvSpPr>
        <p:spPr>
          <a:xfrm xmlns:a="http://schemas.openxmlformats.org/drawingml/2006/main">
            <a:off x="723900" y="65436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BIDSENTRY AI · IBM SKILLSBUILD 2026</a:t>
            </a:r>
          </a:p>
        </p:txBody>
      </p:sp>
      <p:sp>
        <p:nvSpPr>
          <p:cNvPr id="35" name="">
            <a:extLst xmlns:a="http://schemas.openxmlformats.org/drawingml/2006/main">
              <a:ext uri="{FF2B5EF4-FFF2-40B4-BE49-F238E27FC236}">
                <a16:creationId xmlns:a16="http://schemas.microsoft.com/office/drawing/2014/main" id="{7A36D98A-DF37-4E86-B2DE-A976F86A527B}"/>
              </a:ext>
            </a:extLst>
          </p:cNvPr>
          <p:cNvSpPr>
            <a:spLocks xmlns:a="http://schemas.openxmlformats.org/drawingml/2006/main" noGrp="1"/>
          </p:cNvSpPr>
          <p:nvPr/>
        </p:nvSpPr>
        <p:spPr>
          <a:xfrm xmlns:a="http://schemas.openxmlformats.org/drawingml/2006/main">
            <a:off x="10668000" y="6543675"/>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65717B"/>
                </a:solidFill>
                <a:latin typeface="Arial"/>
                <a:ea typeface="Arial"/>
                <a:cs typeface="Arial"/>
              </a:defRPr>
            </a:defPPr>
          </a:lstStyle>
          <a:p xmlns:a="http://schemas.openxmlformats.org/drawingml/2006/main">
            <a:pPr algn="r">
              <a:defRPr sz="825" b="0" i="0">
                <a:solidFill>
                  <a:srgbClr val="65717B"/>
                </a:solidFill>
                <a:latin typeface="Arial"/>
                <a:ea typeface="Arial"/>
                <a:cs typeface="Arial"/>
              </a:defRPr>
            </a:pPr>
            <a:r>
              <a:rPr sz="825" b="0" i="0">
                <a:solidFill>
                  <a:srgbClr val="65717B"/>
                </a:solidFill>
                <a:latin typeface="Arial"/>
                <a:ea typeface="Arial"/>
                <a:cs typeface="Arial"/>
              </a:rPr>
              <a:t>04 / 10</a:t>
            </a:r>
          </a:p>
        </p:txBody>
      </p:sp>
    </p:spTree>
    <p:extLst>
      <p:ext uri="{BB962C8B-B14F-4D97-AF65-F5344CB8AC3E}">
        <p14:creationId xmlns:p14="http://schemas.microsoft.com/office/powerpoint/2010/main" val="1116704582"/>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D744EF2-9B1B-4EC4-9C56-2926FEEB18F2}"/>
              </a:ext>
            </a:extLst>
          </p:cNvPr>
          <p:cNvSpPr>
            <a:spLocks xmlns:a="http://schemas.openxmlformats.org/drawingml/2006/main" noGrp="1"/>
          </p:cNvSpPr>
          <p:nvPr/>
        </p:nvSpPr>
        <p:spPr>
          <a:xfrm xmlns:a="http://schemas.openxmlformats.org/drawingml/2006/main">
            <a:off x="723900" y="4572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0" i="0">
                <a:solidFill>
                  <a:srgbClr val="1E2D3C"/>
                </a:solidFill>
                <a:latin typeface="Georgia"/>
                <a:ea typeface="Georgia"/>
                <a:cs typeface="Georgia"/>
              </a:defRPr>
            </a:defPPr>
          </a:lstStyle>
          <a:p xmlns:a="http://schemas.openxmlformats.org/drawingml/2006/main">
            <a:pPr algn="l">
              <a:defRPr sz="2925" b="0" i="0">
                <a:solidFill>
                  <a:srgbClr val="1E2D3C"/>
                </a:solidFill>
                <a:latin typeface="Georgia"/>
                <a:ea typeface="Georgia"/>
                <a:cs typeface="Georgia"/>
              </a:defRPr>
            </a:pPr>
            <a:r>
              <a:rPr sz="2925" b="0" i="0">
                <a:solidFill>
                  <a:srgbClr val="1E2D3C"/>
                </a:solidFill>
                <a:latin typeface="Georgia"/>
                <a:ea typeface="Georgia"/>
                <a:cs typeface="Georgia"/>
              </a:rPr>
              <a:t>Executive overview</a:t>
            </a:r>
          </a:p>
        </p:txBody>
      </p:sp>
      <p:sp>
        <p:nvSpPr>
          <p:cNvPr id="2" name="">
            <a:extLst xmlns:a="http://schemas.openxmlformats.org/drawingml/2006/main">
              <a:ext uri="{FF2B5EF4-FFF2-40B4-BE49-F238E27FC236}">
                <a16:creationId xmlns:a16="http://schemas.microsoft.com/office/drawing/2014/main" id="{0EA7AE50-34ED-4879-9C9A-A79054DA8325}"/>
              </a:ext>
            </a:extLst>
          </p:cNvPr>
          <p:cNvSpPr>
            <a:spLocks xmlns:a="http://schemas.openxmlformats.org/drawingml/2006/main" noGrp="1"/>
          </p:cNvSpPr>
          <p:nvPr/>
        </p:nvSpPr>
        <p:spPr>
          <a:xfrm xmlns:a="http://schemas.openxmlformats.org/drawingml/2006/main">
            <a:off x="742950" y="1057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5717B"/>
                </a:solidFill>
                <a:latin typeface="Arial"/>
                <a:ea typeface="Arial"/>
                <a:cs typeface="Arial"/>
              </a:defRPr>
            </a:defPPr>
          </a:lstStyle>
          <a:p xmlns:a="http://schemas.openxmlformats.org/drawingml/2006/main">
            <a:pPr algn="l">
              <a:defRPr sz="1275" b="0" i="0">
                <a:solidFill>
                  <a:srgbClr val="65717B"/>
                </a:solidFill>
                <a:latin typeface="Arial"/>
                <a:ea typeface="Arial"/>
                <a:cs typeface="Arial"/>
              </a:defRPr>
            </a:pPr>
            <a:r>
              <a:rPr sz="1275" b="0" i="0">
                <a:solidFill>
                  <a:srgbClr val="65717B"/>
                </a:solidFill>
                <a:latin typeface="Arial"/>
                <a:ea typeface="Arial"/>
                <a:cs typeface="Arial"/>
              </a:rPr>
              <a:t>Satu layar untuk status portofolio, register kepatuhan, dan paket yang perlu ditinjau</a:t>
            </a:r>
          </a:p>
        </p:txBody>
      </p:sp>
      <p:sp>
        <p:nvSpPr>
          <p:cNvPr id="3" name="">
            <a:extLst xmlns:a="http://schemas.openxmlformats.org/drawingml/2006/main">
              <a:ext uri="{FF2B5EF4-FFF2-40B4-BE49-F238E27FC236}">
                <a16:creationId xmlns:a16="http://schemas.microsoft.com/office/drawing/2014/main" id="{FB0153B3-6633-4C68-915B-A23F126FA476}"/>
              </a:ext>
            </a:extLst>
          </p:cNvPr>
          <p:cNvSpPr>
            <a:spLocks xmlns:a="http://schemas.openxmlformats.org/drawingml/2006/main" noGrp="1"/>
          </p:cNvSpPr>
          <p:nvPr/>
        </p:nvSpPr>
        <p:spPr>
          <a:xfrm xmlns:a="http://schemas.openxmlformats.org/drawingml/2006/main">
            <a:off x="657225" y="1543050"/>
            <a:ext cx="7905750" cy="4476750"/>
          </a:xfrm>
          <a:prstGeom xmlns:a="http://schemas.openxmlformats.org/drawingml/2006/main" prst="roundRect">
            <a:avLst>
              <a:gd name="adj" fmla="val 2979"/>
            </a:avLst>
          </a:prstGeom>
          <a:solidFill xmlns:a="http://schemas.openxmlformats.org/drawingml/2006/main">
            <a:srgbClr val="FFFFFF"/>
          </a:solidFill>
          <a:ln xmlns:a="http://schemas.openxmlformats.org/drawingml/2006/main" w="9525">
            <a:solidFill>
              <a:srgbClr val="D9DED9"/>
            </a:solidFill>
            <a:prstDash val="solid"/>
          </a:ln>
        </p:spPr>
      </p:sp>
      <p:pic>
        <p:nvPicPr>
          <p:cNvPr id="4" name="">
            <a:extLst xmlns:a="http://schemas.openxmlformats.org/drawingml/2006/main">
              <a:ext uri="{FF2B5EF4-FFF2-40B4-BE49-F238E27FC236}">
                <a16:creationId xmlns:a16="http://schemas.microsoft.com/office/drawing/2014/main" id="{79D1D8F3-4590-4773-9CF8-9603CB070F49}"/>
              </a:ext>
            </a:extLst>
          </p:cNvPr>
          <p:cNvPicPr>
            <a:picLocks xmlns:a="http://schemas.openxmlformats.org/drawingml/2006/main" noChangeAspect="1"/>
          </p:cNvPicPr>
          <p:nvPr/>
        </p:nvPicPr>
        <p:blipFill>
          <a:blip xmlns:r="http://schemas.openxmlformats.org/officeDocument/2006/relationships" xmlns:a="http://schemas.openxmlformats.org/drawingml/2006/main" r:embed="R1324463fd43a4795"/>
          <a:stretch xmlns:a="http://schemas.openxmlformats.org/drawingml/2006/main"/>
        </p:blipFill>
        <p:spPr>
          <a:xfrm xmlns:a="http://schemas.openxmlformats.org/drawingml/2006/main">
            <a:off x="685800" y="1574006"/>
            <a:ext cx="7848600" cy="4414838"/>
          </a:xfrm>
          <a:prstGeom xmlns:a="http://schemas.openxmlformats.org/drawingml/2006/main" prst="roundRect">
            <a:avLst>
              <a:gd name="adj" fmla="val 2371"/>
            </a:avLst>
          </a:prstGeom>
        </p:spPr>
      </p:pic>
      <p:sp>
        <p:nvSpPr>
          <p:cNvPr id="5" name="">
            <a:extLst xmlns:a="http://schemas.openxmlformats.org/drawingml/2006/main">
              <a:ext uri="{FF2B5EF4-FFF2-40B4-BE49-F238E27FC236}">
                <a16:creationId xmlns:a16="http://schemas.microsoft.com/office/drawing/2014/main" id="{81EFDA11-382C-4959-9056-3CAD6CA9AFC0}"/>
              </a:ext>
            </a:extLst>
          </p:cNvPr>
          <p:cNvSpPr>
            <a:spLocks xmlns:a="http://schemas.openxmlformats.org/drawingml/2006/main" noGrp="1"/>
          </p:cNvSpPr>
          <p:nvPr/>
        </p:nvSpPr>
        <p:spPr>
          <a:xfrm xmlns:a="http://schemas.openxmlformats.org/drawingml/2006/main">
            <a:off x="8924925" y="1743075"/>
            <a:ext cx="2514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0" i="0">
                <a:solidFill>
                  <a:srgbClr val="1E2D3C"/>
                </a:solidFill>
                <a:latin typeface="Georgia"/>
                <a:ea typeface="Georgia"/>
                <a:cs typeface="Georgia"/>
              </a:defRPr>
            </a:defPPr>
          </a:lstStyle>
          <a:p xmlns:a="http://schemas.openxmlformats.org/drawingml/2006/main">
            <a:pPr algn="l">
              <a:defRPr sz="2550" b="0" i="0">
                <a:solidFill>
                  <a:srgbClr val="1E2D3C"/>
                </a:solidFill>
                <a:latin typeface="Georgia"/>
                <a:ea typeface="Georgia"/>
                <a:cs typeface="Georgia"/>
              </a:defRPr>
            </a:pPr>
            <a:r>
              <a:rPr sz="2550" b="0" i="0">
                <a:solidFill>
                  <a:srgbClr val="1E2D3C"/>
                </a:solidFill>
                <a:latin typeface="Georgia"/>
                <a:ea typeface="Georgia"/>
                <a:cs typeface="Georgia"/>
              </a:rPr>
              <a:t>3</a:t>
            </a:r>
          </a:p>
        </p:txBody>
      </p:sp>
      <p:sp>
        <p:nvSpPr>
          <p:cNvPr id="6" name="">
            <a:extLst xmlns:a="http://schemas.openxmlformats.org/drawingml/2006/main">
              <a:ext uri="{FF2B5EF4-FFF2-40B4-BE49-F238E27FC236}">
                <a16:creationId xmlns:a16="http://schemas.microsoft.com/office/drawing/2014/main" id="{05D65A7A-D55B-443B-A32D-13C6F4B43C50}"/>
              </a:ext>
            </a:extLst>
          </p:cNvPr>
          <p:cNvSpPr>
            <a:spLocks xmlns:a="http://schemas.openxmlformats.org/drawingml/2006/main" noGrp="1"/>
          </p:cNvSpPr>
          <p:nvPr/>
        </p:nvSpPr>
        <p:spPr>
          <a:xfrm xmlns:a="http://schemas.openxmlformats.org/drawingml/2006/main">
            <a:off x="8953500" y="2190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paket contoh</a:t>
            </a:r>
          </a:p>
        </p:txBody>
      </p:sp>
      <p:sp>
        <p:nvSpPr>
          <p:cNvPr id="7" name="">
            <a:extLst xmlns:a="http://schemas.openxmlformats.org/drawingml/2006/main">
              <a:ext uri="{FF2B5EF4-FFF2-40B4-BE49-F238E27FC236}">
                <a16:creationId xmlns:a16="http://schemas.microsoft.com/office/drawing/2014/main" id="{E4C9ADEA-B963-4A13-B9CF-45A7454FB060}"/>
              </a:ext>
            </a:extLst>
          </p:cNvPr>
          <p:cNvSpPr>
            <a:spLocks xmlns:a="http://schemas.openxmlformats.org/drawingml/2006/main" noGrp="1"/>
          </p:cNvSpPr>
          <p:nvPr/>
        </p:nvSpPr>
        <p:spPr>
          <a:xfrm xmlns:a="http://schemas.openxmlformats.org/drawingml/2006/main">
            <a:off x="8953500" y="2524125"/>
            <a:ext cx="24765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06D230-EB37-4423-BF07-23C310A1CCA6}"/>
              </a:ext>
            </a:extLst>
          </p:cNvPr>
          <p:cNvSpPr>
            <a:spLocks xmlns:a="http://schemas.openxmlformats.org/drawingml/2006/main" noGrp="1"/>
          </p:cNvSpPr>
          <p:nvPr/>
        </p:nvSpPr>
        <p:spPr>
          <a:xfrm xmlns:a="http://schemas.openxmlformats.org/drawingml/2006/main">
            <a:off x="8924925" y="2733675"/>
            <a:ext cx="2514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0" i="0">
                <a:solidFill>
                  <a:srgbClr val="3B8B68"/>
                </a:solidFill>
                <a:latin typeface="Georgia"/>
                <a:ea typeface="Georgia"/>
                <a:cs typeface="Georgia"/>
              </a:defRPr>
            </a:defPPr>
          </a:lstStyle>
          <a:p xmlns:a="http://schemas.openxmlformats.org/drawingml/2006/main">
            <a:pPr algn="l">
              <a:defRPr sz="2550" b="0" i="0">
                <a:solidFill>
                  <a:srgbClr val="3B8B68"/>
                </a:solidFill>
                <a:latin typeface="Georgia"/>
                <a:ea typeface="Georgia"/>
                <a:cs typeface="Georgia"/>
              </a:defRPr>
            </a:pPr>
            <a:r>
              <a:rPr sz="2550" b="0" i="0">
                <a:solidFill>
                  <a:srgbClr val="3B8B68"/>
                </a:solidFill>
                <a:latin typeface="Georgia"/>
                <a:ea typeface="Georgia"/>
                <a:cs typeface="Georgia"/>
              </a:rPr>
              <a:t>33%</a:t>
            </a:r>
          </a:p>
        </p:txBody>
      </p:sp>
      <p:sp>
        <p:nvSpPr>
          <p:cNvPr id="9" name="">
            <a:extLst xmlns:a="http://schemas.openxmlformats.org/drawingml/2006/main">
              <a:ext uri="{FF2B5EF4-FFF2-40B4-BE49-F238E27FC236}">
                <a16:creationId xmlns:a16="http://schemas.microsoft.com/office/drawing/2014/main" id="{567F04CD-B82F-4BAA-B85F-B9CFE5694F32}"/>
              </a:ext>
            </a:extLst>
          </p:cNvPr>
          <p:cNvSpPr>
            <a:spLocks xmlns:a="http://schemas.openxmlformats.org/drawingml/2006/main" noGrp="1"/>
          </p:cNvSpPr>
          <p:nvPr/>
        </p:nvSpPr>
        <p:spPr>
          <a:xfrm xmlns:a="http://schemas.openxmlformats.org/drawingml/2006/main">
            <a:off x="8953500" y="31813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kasus demo berstatus low</a:t>
            </a:r>
          </a:p>
        </p:txBody>
      </p:sp>
      <p:sp>
        <p:nvSpPr>
          <p:cNvPr id="10" name="">
            <a:extLst xmlns:a="http://schemas.openxmlformats.org/drawingml/2006/main">
              <a:ext uri="{FF2B5EF4-FFF2-40B4-BE49-F238E27FC236}">
                <a16:creationId xmlns:a16="http://schemas.microsoft.com/office/drawing/2014/main" id="{332F2E78-A04C-4B5E-AD49-CBC38AE5E66D}"/>
              </a:ext>
            </a:extLst>
          </p:cNvPr>
          <p:cNvSpPr>
            <a:spLocks xmlns:a="http://schemas.openxmlformats.org/drawingml/2006/main" noGrp="1"/>
          </p:cNvSpPr>
          <p:nvPr/>
        </p:nvSpPr>
        <p:spPr>
          <a:xfrm xmlns:a="http://schemas.openxmlformats.org/drawingml/2006/main">
            <a:off x="8953500" y="3514725"/>
            <a:ext cx="24765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7D310A4-82BD-4B69-BEBF-E9B702EFDEC7}"/>
              </a:ext>
            </a:extLst>
          </p:cNvPr>
          <p:cNvSpPr>
            <a:spLocks xmlns:a="http://schemas.openxmlformats.org/drawingml/2006/main" noGrp="1"/>
          </p:cNvSpPr>
          <p:nvPr/>
        </p:nvSpPr>
        <p:spPr>
          <a:xfrm xmlns:a="http://schemas.openxmlformats.org/drawingml/2006/main">
            <a:off x="8924925" y="3724275"/>
            <a:ext cx="2514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0" i="0">
                <a:solidFill>
                  <a:srgbClr val="C85748"/>
                </a:solidFill>
                <a:latin typeface="Georgia"/>
                <a:ea typeface="Georgia"/>
                <a:cs typeface="Georgia"/>
              </a:defRPr>
            </a:defPPr>
          </a:lstStyle>
          <a:p xmlns:a="http://schemas.openxmlformats.org/drawingml/2006/main">
            <a:pPr algn="l">
              <a:defRPr sz="2550" b="0" i="0">
                <a:solidFill>
                  <a:srgbClr val="C85748"/>
                </a:solidFill>
                <a:latin typeface="Georgia"/>
                <a:ea typeface="Georgia"/>
                <a:cs typeface="Georgia"/>
              </a:defRPr>
            </a:pPr>
            <a:r>
              <a:rPr sz="2550" b="0" i="0">
                <a:solidFill>
                  <a:srgbClr val="C85748"/>
                </a:solidFill>
                <a:latin typeface="Georgia"/>
                <a:ea typeface="Georgia"/>
                <a:cs typeface="Georgia"/>
              </a:rPr>
              <a:t>1</a:t>
            </a:r>
          </a:p>
        </p:txBody>
      </p:sp>
      <p:sp>
        <p:nvSpPr>
          <p:cNvPr id="12" name="">
            <a:extLst xmlns:a="http://schemas.openxmlformats.org/drawingml/2006/main">
              <a:ext uri="{FF2B5EF4-FFF2-40B4-BE49-F238E27FC236}">
                <a16:creationId xmlns:a16="http://schemas.microsoft.com/office/drawing/2014/main" id="{12BE60A8-A94C-4416-BAA5-FB59CE20A3BB}"/>
              </a:ext>
            </a:extLst>
          </p:cNvPr>
          <p:cNvSpPr>
            <a:spLocks xmlns:a="http://schemas.openxmlformats.org/drawingml/2006/main" noGrp="1"/>
          </p:cNvSpPr>
          <p:nvPr/>
        </p:nvSpPr>
        <p:spPr>
          <a:xfrm xmlns:a="http://schemas.openxmlformats.org/drawingml/2006/main">
            <a:off x="8953500" y="4171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kasus high / critical</a:t>
            </a:r>
          </a:p>
        </p:txBody>
      </p:sp>
      <p:sp>
        <p:nvSpPr>
          <p:cNvPr id="13" name="">
            <a:extLst xmlns:a="http://schemas.openxmlformats.org/drawingml/2006/main">
              <a:ext uri="{FF2B5EF4-FFF2-40B4-BE49-F238E27FC236}">
                <a16:creationId xmlns:a16="http://schemas.microsoft.com/office/drawing/2014/main" id="{77ABE34C-FB53-4D71-9739-331FB823A1D5}"/>
              </a:ext>
            </a:extLst>
          </p:cNvPr>
          <p:cNvSpPr>
            <a:spLocks xmlns:a="http://schemas.openxmlformats.org/drawingml/2006/main" noGrp="1"/>
          </p:cNvSpPr>
          <p:nvPr/>
        </p:nvSpPr>
        <p:spPr>
          <a:xfrm xmlns:a="http://schemas.openxmlformats.org/drawingml/2006/main">
            <a:off x="8953500" y="4505325"/>
            <a:ext cx="24765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C7C1357-7A39-4934-893F-4562C85F1968}"/>
              </a:ext>
            </a:extLst>
          </p:cNvPr>
          <p:cNvSpPr>
            <a:spLocks xmlns:a="http://schemas.openxmlformats.org/drawingml/2006/main" noGrp="1"/>
          </p:cNvSpPr>
          <p:nvPr/>
        </p:nvSpPr>
        <p:spPr>
          <a:xfrm xmlns:a="http://schemas.openxmlformats.org/drawingml/2006/main">
            <a:off x="8924925" y="4714875"/>
            <a:ext cx="2514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0" i="0">
                <a:solidFill>
                  <a:srgbClr val="1E2D3C"/>
                </a:solidFill>
                <a:latin typeface="Georgia"/>
                <a:ea typeface="Georgia"/>
                <a:cs typeface="Georgia"/>
              </a:defRPr>
            </a:defPPr>
          </a:lstStyle>
          <a:p xmlns:a="http://schemas.openxmlformats.org/drawingml/2006/main">
            <a:pPr algn="l">
              <a:defRPr sz="2550" b="0" i="0">
                <a:solidFill>
                  <a:srgbClr val="1E2D3C"/>
                </a:solidFill>
                <a:latin typeface="Georgia"/>
                <a:ea typeface="Georgia"/>
                <a:cs typeface="Georgia"/>
              </a:defRPr>
            </a:pPr>
            <a:r>
              <a:rPr sz="2550" b="0" i="0">
                <a:solidFill>
                  <a:srgbClr val="1E2D3C"/>
                </a:solidFill>
                <a:latin typeface="Georgia"/>
                <a:ea typeface="Georgia"/>
                <a:cs typeface="Georgia"/>
              </a:rPr>
              <a:t>Rp6,965 M</a:t>
            </a:r>
          </a:p>
        </p:txBody>
      </p:sp>
      <p:sp>
        <p:nvSpPr>
          <p:cNvPr id="15" name="">
            <a:extLst xmlns:a="http://schemas.openxmlformats.org/drawingml/2006/main">
              <a:ext uri="{FF2B5EF4-FFF2-40B4-BE49-F238E27FC236}">
                <a16:creationId xmlns:a16="http://schemas.microsoft.com/office/drawing/2014/main" id="{493FDC5F-D682-43B6-B55C-2CFAD8D9E26F}"/>
              </a:ext>
            </a:extLst>
          </p:cNvPr>
          <p:cNvSpPr>
            <a:spLocks xmlns:a="http://schemas.openxmlformats.org/drawingml/2006/main" noGrp="1"/>
          </p:cNvSpPr>
          <p:nvPr/>
        </p:nvSpPr>
        <p:spPr>
          <a:xfrm xmlns:a="http://schemas.openxmlformats.org/drawingml/2006/main">
            <a:off x="8953500" y="5162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total HPS dalam fixture</a:t>
            </a:r>
          </a:p>
        </p:txBody>
      </p:sp>
      <p:sp>
        <p:nvSpPr>
          <p:cNvPr id="16" name="">
            <a:extLst xmlns:a="http://schemas.openxmlformats.org/drawingml/2006/main">
              <a:ext uri="{FF2B5EF4-FFF2-40B4-BE49-F238E27FC236}">
                <a16:creationId xmlns:a16="http://schemas.microsoft.com/office/drawing/2014/main" id="{6A173C1F-7707-4E91-BAFF-8B4FFECAE45A}"/>
              </a:ext>
            </a:extLst>
          </p:cNvPr>
          <p:cNvSpPr>
            <a:spLocks xmlns:a="http://schemas.openxmlformats.org/drawingml/2006/main" noGrp="1"/>
          </p:cNvSpPr>
          <p:nvPr/>
        </p:nvSpPr>
        <p:spPr>
          <a:xfrm xmlns:a="http://schemas.openxmlformats.org/drawingml/2006/main">
            <a:off x="8953500" y="5495925"/>
            <a:ext cx="24765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A0A78D6-E6D6-481C-BC1B-33CD3F3968FD}"/>
              </a:ext>
            </a:extLst>
          </p:cNvPr>
          <p:cNvSpPr>
            <a:spLocks xmlns:a="http://schemas.openxmlformats.org/drawingml/2006/main" noGrp="1"/>
          </p:cNvSpPr>
          <p:nvPr/>
        </p:nvSpPr>
        <p:spPr>
          <a:xfrm xmlns:a="http://schemas.openxmlformats.org/drawingml/2006/main">
            <a:off x="8934450" y="5753100"/>
            <a:ext cx="2419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1">
                <a:solidFill>
                  <a:srgbClr val="65717B"/>
                </a:solidFill>
                <a:latin typeface="Arial"/>
                <a:ea typeface="Arial"/>
                <a:cs typeface="Arial"/>
              </a:defRPr>
            </a:defPPr>
          </a:lstStyle>
          <a:p xmlns:a="http://schemas.openxmlformats.org/drawingml/2006/main">
            <a:pPr algn="l">
              <a:defRPr sz="975" b="0" i="1">
                <a:solidFill>
                  <a:srgbClr val="65717B"/>
                </a:solidFill>
                <a:latin typeface="Arial"/>
                <a:ea typeface="Arial"/>
                <a:cs typeface="Arial"/>
              </a:defRPr>
            </a:pPr>
            <a:r>
              <a:rPr sz="975" b="0" i="1">
                <a:solidFill>
                  <a:srgbClr val="65717B"/>
                </a:solidFill>
                <a:latin typeface="Arial"/>
                <a:ea typeface="Arial"/>
                <a:cs typeface="Arial"/>
              </a:rPr>
              <a:t>Semua angka adalah contoh sintetis dari repo, bukan data tender eksternal.</a:t>
            </a:r>
          </a:p>
        </p:txBody>
      </p:sp>
      <p:sp>
        <p:nvSpPr>
          <p:cNvPr id="18" name="">
            <a:extLst xmlns:a="http://schemas.openxmlformats.org/drawingml/2006/main">
              <a:ext uri="{FF2B5EF4-FFF2-40B4-BE49-F238E27FC236}">
                <a16:creationId xmlns:a16="http://schemas.microsoft.com/office/drawing/2014/main" id="{7AF4364B-6075-43B4-AAE7-622781A5C820}"/>
              </a:ext>
            </a:extLst>
          </p:cNvPr>
          <p:cNvSpPr>
            <a:spLocks xmlns:a="http://schemas.openxmlformats.org/drawingml/2006/main" noGrp="1"/>
          </p:cNvSpPr>
          <p:nvPr/>
        </p:nvSpPr>
        <p:spPr>
          <a:xfrm xmlns:a="http://schemas.openxmlformats.org/drawingml/2006/main">
            <a:off x="723900" y="6429375"/>
            <a:ext cx="107442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C2BC0AB-1187-4835-A790-7924A7C7F722}"/>
              </a:ext>
            </a:extLst>
          </p:cNvPr>
          <p:cNvSpPr>
            <a:spLocks xmlns:a="http://schemas.openxmlformats.org/drawingml/2006/main" noGrp="1"/>
          </p:cNvSpPr>
          <p:nvPr/>
        </p:nvSpPr>
        <p:spPr>
          <a:xfrm xmlns:a="http://schemas.openxmlformats.org/drawingml/2006/main">
            <a:off x="723900" y="65436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BIDSENTRY AI · IBM SKILLSBUILD 2026</a:t>
            </a:r>
          </a:p>
        </p:txBody>
      </p:sp>
      <p:sp>
        <p:nvSpPr>
          <p:cNvPr id="20" name="">
            <a:extLst xmlns:a="http://schemas.openxmlformats.org/drawingml/2006/main">
              <a:ext uri="{FF2B5EF4-FFF2-40B4-BE49-F238E27FC236}">
                <a16:creationId xmlns:a16="http://schemas.microsoft.com/office/drawing/2014/main" id="{C3E11D58-8312-43C9-92F9-6F79761A620C}"/>
              </a:ext>
            </a:extLst>
          </p:cNvPr>
          <p:cNvSpPr>
            <a:spLocks xmlns:a="http://schemas.openxmlformats.org/drawingml/2006/main" noGrp="1"/>
          </p:cNvSpPr>
          <p:nvPr/>
        </p:nvSpPr>
        <p:spPr>
          <a:xfrm xmlns:a="http://schemas.openxmlformats.org/drawingml/2006/main">
            <a:off x="10668000" y="6543675"/>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65717B"/>
                </a:solidFill>
                <a:latin typeface="Arial"/>
                <a:ea typeface="Arial"/>
                <a:cs typeface="Arial"/>
              </a:defRPr>
            </a:defPPr>
          </a:lstStyle>
          <a:p xmlns:a="http://schemas.openxmlformats.org/drawingml/2006/main">
            <a:pPr algn="r">
              <a:defRPr sz="825" b="0" i="0">
                <a:solidFill>
                  <a:srgbClr val="65717B"/>
                </a:solidFill>
                <a:latin typeface="Arial"/>
                <a:ea typeface="Arial"/>
                <a:cs typeface="Arial"/>
              </a:defRPr>
            </a:pPr>
            <a:r>
              <a:rPr sz="825" b="0" i="0">
                <a:solidFill>
                  <a:srgbClr val="65717B"/>
                </a:solidFill>
                <a:latin typeface="Arial"/>
                <a:ea typeface="Arial"/>
                <a:cs typeface="Arial"/>
              </a:rPr>
              <a:t>05 / 10</a:t>
            </a:r>
          </a:p>
        </p:txBody>
      </p:sp>
    </p:spTree>
    <p:extLst>
      <p:ext uri="{BB962C8B-B14F-4D97-AF65-F5344CB8AC3E}">
        <p14:creationId xmlns:p14="http://schemas.microsoft.com/office/powerpoint/2010/main" val="791900224"/>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3ACFB50-5E3A-4E0A-A89E-42A4F4741260}"/>
              </a:ext>
            </a:extLst>
          </p:cNvPr>
          <p:cNvSpPr>
            <a:spLocks xmlns:a="http://schemas.openxmlformats.org/drawingml/2006/main" noGrp="1"/>
          </p:cNvSpPr>
          <p:nvPr/>
        </p:nvSpPr>
        <p:spPr>
          <a:xfrm xmlns:a="http://schemas.openxmlformats.org/drawingml/2006/main">
            <a:off x="723900" y="4572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0" i="0">
                <a:solidFill>
                  <a:srgbClr val="1E2D3C"/>
                </a:solidFill>
                <a:latin typeface="Georgia"/>
                <a:ea typeface="Georgia"/>
                <a:cs typeface="Georgia"/>
              </a:defRPr>
            </a:defPPr>
          </a:lstStyle>
          <a:p xmlns:a="http://schemas.openxmlformats.org/drawingml/2006/main">
            <a:pPr algn="l">
              <a:defRPr sz="2925" b="0" i="0">
                <a:solidFill>
                  <a:srgbClr val="1E2D3C"/>
                </a:solidFill>
                <a:latin typeface="Georgia"/>
                <a:ea typeface="Georgia"/>
                <a:cs typeface="Georgia"/>
              </a:defRPr>
            </a:pPr>
            <a:r>
              <a:rPr sz="2925" b="0" i="0">
                <a:solidFill>
                  <a:srgbClr val="1E2D3C"/>
                </a:solidFill>
                <a:latin typeface="Georgia"/>
                <a:ea typeface="Georgia"/>
                <a:cs typeface="Georgia"/>
              </a:rPr>
              <a:t>Risk deep-dive</a:t>
            </a:r>
          </a:p>
        </p:txBody>
      </p:sp>
      <p:sp>
        <p:nvSpPr>
          <p:cNvPr id="2" name="">
            <a:extLst xmlns:a="http://schemas.openxmlformats.org/drawingml/2006/main">
              <a:ext uri="{FF2B5EF4-FFF2-40B4-BE49-F238E27FC236}">
                <a16:creationId xmlns:a16="http://schemas.microsoft.com/office/drawing/2014/main" id="{454E4E1A-7C55-48D5-8AA9-361D4014E81A}"/>
              </a:ext>
            </a:extLst>
          </p:cNvPr>
          <p:cNvSpPr>
            <a:spLocks xmlns:a="http://schemas.openxmlformats.org/drawingml/2006/main" noGrp="1"/>
          </p:cNvSpPr>
          <p:nvPr/>
        </p:nvSpPr>
        <p:spPr>
          <a:xfrm xmlns:a="http://schemas.openxmlformats.org/drawingml/2006/main">
            <a:off x="742950" y="1057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5717B"/>
                </a:solidFill>
                <a:latin typeface="Arial"/>
                <a:ea typeface="Arial"/>
                <a:cs typeface="Arial"/>
              </a:defRPr>
            </a:defPPr>
          </a:lstStyle>
          <a:p xmlns:a="http://schemas.openxmlformats.org/drawingml/2006/main">
            <a:pPr algn="l">
              <a:defRPr sz="1275" b="0" i="0">
                <a:solidFill>
                  <a:srgbClr val="65717B"/>
                </a:solidFill>
                <a:latin typeface="Arial"/>
                <a:ea typeface="Arial"/>
                <a:cs typeface="Arial"/>
              </a:defRPr>
            </a:pPr>
            <a:r>
              <a:rPr sz="1275" b="0" i="0">
                <a:solidFill>
                  <a:srgbClr val="65717B"/>
                </a:solidFill>
                <a:latin typeface="Arial"/>
                <a:ea typeface="Arial"/>
                <a:cs typeface="Arial"/>
              </a:rPr>
              <a:t>Alasan temuan dan tingkat triage terlihat bersama</a:t>
            </a:r>
          </a:p>
        </p:txBody>
      </p:sp>
      <p:sp>
        <p:nvSpPr>
          <p:cNvPr id="3" name="">
            <a:extLst xmlns:a="http://schemas.openxmlformats.org/drawingml/2006/main">
              <a:ext uri="{FF2B5EF4-FFF2-40B4-BE49-F238E27FC236}">
                <a16:creationId xmlns:a16="http://schemas.microsoft.com/office/drawing/2014/main" id="{1505D232-896D-401C-9C3B-4DBC175997D5}"/>
              </a:ext>
            </a:extLst>
          </p:cNvPr>
          <p:cNvSpPr>
            <a:spLocks xmlns:a="http://schemas.openxmlformats.org/drawingml/2006/main" noGrp="1"/>
          </p:cNvSpPr>
          <p:nvPr/>
        </p:nvSpPr>
        <p:spPr>
          <a:xfrm xmlns:a="http://schemas.openxmlformats.org/drawingml/2006/main">
            <a:off x="695325" y="1333500"/>
            <a:ext cx="2571750" cy="5010150"/>
          </a:xfrm>
          <a:prstGeom xmlns:a="http://schemas.openxmlformats.org/drawingml/2006/main" prst="roundRect">
            <a:avLst>
              <a:gd name="adj" fmla="val 5185"/>
            </a:avLst>
          </a:prstGeom>
          <a:solidFill xmlns:a="http://schemas.openxmlformats.org/drawingml/2006/main">
            <a:srgbClr val="FFFFFF"/>
          </a:solidFill>
          <a:ln xmlns:a="http://schemas.openxmlformats.org/drawingml/2006/main" w="9525">
            <a:solidFill>
              <a:srgbClr val="D9DED9"/>
            </a:solidFill>
            <a:prstDash val="solid"/>
          </a:ln>
        </p:spPr>
      </p:sp>
      <p:pic>
        <p:nvPicPr>
          <p:cNvPr id="4" name="">
            <a:extLst xmlns:a="http://schemas.openxmlformats.org/drawingml/2006/main">
              <a:ext uri="{FF2B5EF4-FFF2-40B4-BE49-F238E27FC236}">
                <a16:creationId xmlns:a16="http://schemas.microsoft.com/office/drawing/2014/main" id="{AFBB6197-218B-4F6C-94B6-52390A059E76}"/>
              </a:ext>
            </a:extLst>
          </p:cNvPr>
          <p:cNvPicPr>
            <a:picLocks xmlns:a="http://schemas.openxmlformats.org/drawingml/2006/main" noChangeAspect="1"/>
          </p:cNvPicPr>
          <p:nvPr/>
        </p:nvPicPr>
        <p:blipFill>
          <a:blip xmlns:r="http://schemas.openxmlformats.org/officeDocument/2006/relationships" xmlns:a="http://schemas.openxmlformats.org/drawingml/2006/main" r:embed="R076d489b10614f06"/>
          <a:stretch xmlns:a="http://schemas.openxmlformats.org/drawingml/2006/main"/>
        </p:blipFill>
        <p:spPr>
          <a:xfrm xmlns:a="http://schemas.openxmlformats.org/drawingml/2006/main">
            <a:off x="723900" y="1744047"/>
            <a:ext cx="2514600" cy="4189055"/>
          </a:xfrm>
          <a:prstGeom xmlns:a="http://schemas.openxmlformats.org/drawingml/2006/main" prst="roundRect">
            <a:avLst>
              <a:gd name="adj" fmla="val 4167"/>
            </a:avLst>
          </a:prstGeom>
        </p:spPr>
      </p:pic>
      <p:sp>
        <p:nvSpPr>
          <p:cNvPr id="5" name="">
            <a:extLst xmlns:a="http://schemas.openxmlformats.org/drawingml/2006/main">
              <a:ext uri="{FF2B5EF4-FFF2-40B4-BE49-F238E27FC236}">
                <a16:creationId xmlns:a16="http://schemas.microsoft.com/office/drawing/2014/main" id="{E2206740-2857-449D-BC12-214984474704}"/>
              </a:ext>
            </a:extLst>
          </p:cNvPr>
          <p:cNvSpPr>
            <a:spLocks xmlns:a="http://schemas.openxmlformats.org/drawingml/2006/main" noGrp="1"/>
          </p:cNvSpPr>
          <p:nvPr/>
        </p:nvSpPr>
        <p:spPr>
          <a:xfrm xmlns:a="http://schemas.openxmlformats.org/drawingml/2006/main">
            <a:off x="4000500" y="1571625"/>
            <a:ext cx="1847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75" b="0" i="0">
                <a:solidFill>
                  <a:srgbClr val="AA3438"/>
                </a:solidFill>
                <a:latin typeface="Georgia"/>
                <a:ea typeface="Georgia"/>
                <a:cs typeface="Georgia"/>
              </a:defRPr>
            </a:defPPr>
          </a:lstStyle>
          <a:p xmlns:a="http://schemas.openxmlformats.org/drawingml/2006/main">
            <a:pPr algn="l">
              <a:defRPr sz="6975" b="0" i="0">
                <a:solidFill>
                  <a:srgbClr val="AA3438"/>
                </a:solidFill>
                <a:latin typeface="Georgia"/>
                <a:ea typeface="Georgia"/>
                <a:cs typeface="Georgia"/>
              </a:defRPr>
            </a:pPr>
            <a:r>
              <a:rPr sz="6975" b="0" i="0">
                <a:solidFill>
                  <a:srgbClr val="AA3438"/>
                </a:solidFill>
                <a:latin typeface="Georgia"/>
                <a:ea typeface="Georgia"/>
                <a:cs typeface="Georgia"/>
              </a:rPr>
              <a:t>97</a:t>
            </a:r>
          </a:p>
        </p:txBody>
      </p:sp>
      <p:sp>
        <p:nvSpPr>
          <p:cNvPr id="6" name="">
            <a:extLst xmlns:a="http://schemas.openxmlformats.org/drawingml/2006/main">
              <a:ext uri="{FF2B5EF4-FFF2-40B4-BE49-F238E27FC236}">
                <a16:creationId xmlns:a16="http://schemas.microsoft.com/office/drawing/2014/main" id="{7B037F8C-3C83-4724-BC77-1499ACF2BE6F}"/>
              </a:ext>
            </a:extLst>
          </p:cNvPr>
          <p:cNvSpPr>
            <a:spLocks xmlns:a="http://schemas.openxmlformats.org/drawingml/2006/main" noGrp="1"/>
          </p:cNvSpPr>
          <p:nvPr/>
        </p:nvSpPr>
        <p:spPr>
          <a:xfrm xmlns:a="http://schemas.openxmlformats.org/drawingml/2006/main">
            <a:off x="5191125" y="2133600"/>
            <a:ext cx="95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i="0">
                <a:solidFill>
                  <a:srgbClr val="65717B"/>
                </a:solidFill>
                <a:latin typeface="Georgia"/>
                <a:ea typeface="Georgia"/>
                <a:cs typeface="Georgia"/>
              </a:defRPr>
            </a:defPPr>
          </a:lstStyle>
          <a:p xmlns:a="http://schemas.openxmlformats.org/drawingml/2006/main">
            <a:pPr algn="l">
              <a:defRPr sz="1725" b="0" i="0">
                <a:solidFill>
                  <a:srgbClr val="65717B"/>
                </a:solidFill>
                <a:latin typeface="Georgia"/>
                <a:ea typeface="Georgia"/>
                <a:cs typeface="Georgia"/>
              </a:defRPr>
            </a:pPr>
            <a:r>
              <a:rPr sz="1725" b="0" i="0">
                <a:solidFill>
                  <a:srgbClr val="65717B"/>
                </a:solidFill>
                <a:latin typeface="Georgia"/>
                <a:ea typeface="Georgia"/>
                <a:cs typeface="Georgia"/>
              </a:rPr>
              <a:t>/ 100</a:t>
            </a:r>
          </a:p>
        </p:txBody>
      </p:sp>
      <p:sp>
        <p:nvSpPr>
          <p:cNvPr id="7" name="">
            <a:extLst xmlns:a="http://schemas.openxmlformats.org/drawingml/2006/main">
              <a:ext uri="{FF2B5EF4-FFF2-40B4-BE49-F238E27FC236}">
                <a16:creationId xmlns:a16="http://schemas.microsoft.com/office/drawing/2014/main" id="{A38A5B59-5340-4F3C-AB79-A920111B3FFF}"/>
              </a:ext>
            </a:extLst>
          </p:cNvPr>
          <p:cNvSpPr>
            <a:spLocks xmlns:a="http://schemas.openxmlformats.org/drawingml/2006/main" noGrp="1"/>
          </p:cNvSpPr>
          <p:nvPr/>
        </p:nvSpPr>
        <p:spPr>
          <a:xfrm xmlns:a="http://schemas.openxmlformats.org/drawingml/2006/main">
            <a:off x="4000500" y="2743200"/>
            <a:ext cx="1304925" cy="304800"/>
          </a:xfrm>
          <a:prstGeom xmlns:a="http://schemas.openxmlformats.org/drawingml/2006/main" prst="roundRect">
            <a:avLst>
              <a:gd name="adj" fmla="val 46875"/>
            </a:avLst>
          </a:prstGeom>
          <a:solidFill xmlns:a="http://schemas.openxmlformats.org/drawingml/2006/main">
            <a:srgbClr val="F8ECE9"/>
          </a:solidFill>
          <a:ln xmlns:a="http://schemas.openxmlformats.org/drawingml/2006/main" w="9525">
            <a:solidFill>
              <a:srgbClr val="C85748"/>
            </a:solidFill>
            <a:prstDash val="solid"/>
          </a:ln>
        </p:spPr>
      </p:sp>
      <p:sp>
        <p:nvSpPr>
          <p:cNvPr id="8" name="">
            <a:extLst xmlns:a="http://schemas.openxmlformats.org/drawingml/2006/main">
              <a:ext uri="{FF2B5EF4-FFF2-40B4-BE49-F238E27FC236}">
                <a16:creationId xmlns:a16="http://schemas.microsoft.com/office/drawing/2014/main" id="{04F29BDB-B95C-4A0A-AAE7-1D54D852BAED}"/>
              </a:ext>
            </a:extLst>
          </p:cNvPr>
          <p:cNvSpPr>
            <a:spLocks xmlns:a="http://schemas.openxmlformats.org/drawingml/2006/main" noGrp="1"/>
          </p:cNvSpPr>
          <p:nvPr/>
        </p:nvSpPr>
        <p:spPr>
          <a:xfrm xmlns:a="http://schemas.openxmlformats.org/drawingml/2006/main">
            <a:off x="4114800" y="281940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AA3438"/>
                </a:solidFill>
                <a:latin typeface="Arial"/>
                <a:ea typeface="Arial"/>
                <a:cs typeface="Arial"/>
              </a:defRPr>
            </a:defPPr>
          </a:lstStyle>
          <a:p xmlns:a="http://schemas.openxmlformats.org/drawingml/2006/main">
            <a:pPr algn="ctr">
              <a:defRPr sz="900" b="1" i="0">
                <a:solidFill>
                  <a:srgbClr val="AA3438"/>
                </a:solidFill>
                <a:latin typeface="Arial"/>
                <a:ea typeface="Arial"/>
                <a:cs typeface="Arial"/>
              </a:defRPr>
            </a:pPr>
            <a:r>
              <a:rPr sz="900" b="1" i="0">
                <a:solidFill>
                  <a:srgbClr val="AA3438"/>
                </a:solidFill>
                <a:latin typeface="Arial"/>
                <a:ea typeface="Arial"/>
                <a:cs typeface="Arial"/>
              </a:rPr>
              <a:t>CRITICAL</a:t>
            </a:r>
          </a:p>
        </p:txBody>
      </p:sp>
      <p:sp>
        <p:nvSpPr>
          <p:cNvPr id="9" name="">
            <a:extLst xmlns:a="http://schemas.openxmlformats.org/drawingml/2006/main">
              <a:ext uri="{FF2B5EF4-FFF2-40B4-BE49-F238E27FC236}">
                <a16:creationId xmlns:a16="http://schemas.microsoft.com/office/drawing/2014/main" id="{8F7F5411-1273-484B-895F-916D428F2D5C}"/>
              </a:ext>
            </a:extLst>
          </p:cNvPr>
          <p:cNvSpPr>
            <a:spLocks xmlns:a="http://schemas.openxmlformats.org/drawingml/2006/main" noGrp="1"/>
          </p:cNvSpPr>
          <p:nvPr/>
        </p:nvSpPr>
        <p:spPr>
          <a:xfrm xmlns:a="http://schemas.openxmlformats.org/drawingml/2006/main">
            <a:off x="4000500" y="32004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Contoh scan sintetis · 4 temuan</a:t>
            </a:r>
          </a:p>
        </p:txBody>
      </p:sp>
      <p:sp>
        <p:nvSpPr>
          <p:cNvPr id="10" name="">
            <a:extLst xmlns:a="http://schemas.openxmlformats.org/drawingml/2006/main">
              <a:ext uri="{FF2B5EF4-FFF2-40B4-BE49-F238E27FC236}">
                <a16:creationId xmlns:a16="http://schemas.microsoft.com/office/drawing/2014/main" id="{7FDE2503-99C6-4889-BBB9-75FACF72DB1B}"/>
              </a:ext>
            </a:extLst>
          </p:cNvPr>
          <p:cNvSpPr>
            <a:spLocks xmlns:a="http://schemas.openxmlformats.org/drawingml/2006/main" noGrp="1"/>
          </p:cNvSpPr>
          <p:nvPr/>
        </p:nvSpPr>
        <p:spPr>
          <a:xfrm xmlns:a="http://schemas.openxmlformats.org/drawingml/2006/main">
            <a:off x="4000500" y="36385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85748"/>
                </a:solidFill>
                <a:latin typeface="Arial"/>
                <a:ea typeface="Arial"/>
                <a:cs typeface="Arial"/>
              </a:defRPr>
            </a:defPPr>
          </a:lstStyle>
          <a:p xmlns:a="http://schemas.openxmlformats.org/drawingml/2006/main">
            <a:pPr algn="l">
              <a:defRPr sz="975" b="1" i="0">
                <a:solidFill>
                  <a:srgbClr val="C85748"/>
                </a:solidFill>
                <a:latin typeface="Arial"/>
                <a:ea typeface="Arial"/>
                <a:cs typeface="Arial"/>
              </a:defRPr>
            </a:pPr>
            <a:r>
              <a:rPr sz="975" b="1" i="0">
                <a:solidFill>
                  <a:srgbClr val="C8574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2CBE883B-8D32-47B4-B2AD-0F9C93A2016D}"/>
              </a:ext>
            </a:extLst>
          </p:cNvPr>
          <p:cNvSpPr>
            <a:spLocks xmlns:a="http://schemas.openxmlformats.org/drawingml/2006/main" noGrp="1"/>
          </p:cNvSpPr>
          <p:nvPr/>
        </p:nvSpPr>
        <p:spPr>
          <a:xfrm xmlns:a="http://schemas.openxmlformats.org/drawingml/2006/main">
            <a:off x="4438650" y="3629025"/>
            <a:ext cx="409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E2D3C"/>
                </a:solidFill>
                <a:latin typeface="Arial"/>
                <a:ea typeface="Arial"/>
                <a:cs typeface="Arial"/>
              </a:defRPr>
            </a:defPPr>
          </a:lstStyle>
          <a:p xmlns:a="http://schemas.openxmlformats.org/drawingml/2006/main">
            <a:pPr algn="l">
              <a:defRPr sz="1350" b="1" i="0">
                <a:solidFill>
                  <a:srgbClr val="1E2D3C"/>
                </a:solidFill>
                <a:latin typeface="Arial"/>
                <a:ea typeface="Arial"/>
                <a:cs typeface="Arial"/>
              </a:defRPr>
            </a:pPr>
            <a:r>
              <a:rPr sz="1350" b="1" i="0">
                <a:solidFill>
                  <a:srgbClr val="1E2D3C"/>
                </a:solidFill>
                <a:latin typeface="Arial"/>
                <a:ea typeface="Arial"/>
                <a:cs typeface="Arial"/>
              </a:rPr>
              <a:t>Klasifikasi usaha SBU/KBLI</a:t>
            </a:r>
          </a:p>
        </p:txBody>
      </p:sp>
      <p:sp>
        <p:nvSpPr>
          <p:cNvPr id="12" name="">
            <a:extLst xmlns:a="http://schemas.openxmlformats.org/drawingml/2006/main">
              <a:ext uri="{FF2B5EF4-FFF2-40B4-BE49-F238E27FC236}">
                <a16:creationId xmlns:a16="http://schemas.microsoft.com/office/drawing/2014/main" id="{FBD5AA2B-5E3A-4C04-80B5-8575FC937E55}"/>
              </a:ext>
            </a:extLst>
          </p:cNvPr>
          <p:cNvSpPr>
            <a:spLocks xmlns:a="http://schemas.openxmlformats.org/drawingml/2006/main" noGrp="1"/>
          </p:cNvSpPr>
          <p:nvPr/>
        </p:nvSpPr>
        <p:spPr>
          <a:xfrm xmlns:a="http://schemas.openxmlformats.org/drawingml/2006/main">
            <a:off x="4438650" y="3952875"/>
            <a:ext cx="375285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E3637F2-C19A-4D8E-84B8-EF562CDCAB9B}"/>
              </a:ext>
            </a:extLst>
          </p:cNvPr>
          <p:cNvSpPr>
            <a:spLocks xmlns:a="http://schemas.openxmlformats.org/drawingml/2006/main" noGrp="1"/>
          </p:cNvSpPr>
          <p:nvPr/>
        </p:nvSpPr>
        <p:spPr>
          <a:xfrm xmlns:a="http://schemas.openxmlformats.org/drawingml/2006/main">
            <a:off x="4000500" y="41529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85748"/>
                </a:solidFill>
                <a:latin typeface="Arial"/>
                <a:ea typeface="Arial"/>
                <a:cs typeface="Arial"/>
              </a:defRPr>
            </a:defPPr>
          </a:lstStyle>
          <a:p xmlns:a="http://schemas.openxmlformats.org/drawingml/2006/main">
            <a:pPr algn="l">
              <a:defRPr sz="975" b="1" i="0">
                <a:solidFill>
                  <a:srgbClr val="C85748"/>
                </a:solidFill>
                <a:latin typeface="Arial"/>
                <a:ea typeface="Arial"/>
                <a:cs typeface="Arial"/>
              </a:defRPr>
            </a:pPr>
            <a:r>
              <a:rPr sz="975" b="1" i="0">
                <a:solidFill>
                  <a:srgbClr val="C85748"/>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AB4E622E-C008-4AB7-BEED-112918DFE4A9}"/>
              </a:ext>
            </a:extLst>
          </p:cNvPr>
          <p:cNvSpPr>
            <a:spLocks xmlns:a="http://schemas.openxmlformats.org/drawingml/2006/main" noGrp="1"/>
          </p:cNvSpPr>
          <p:nvPr/>
        </p:nvSpPr>
        <p:spPr>
          <a:xfrm xmlns:a="http://schemas.openxmlformats.org/drawingml/2006/main">
            <a:off x="4438650" y="4143375"/>
            <a:ext cx="409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E2D3C"/>
                </a:solidFill>
                <a:latin typeface="Arial"/>
                <a:ea typeface="Arial"/>
                <a:cs typeface="Arial"/>
              </a:defRPr>
            </a:defPPr>
          </a:lstStyle>
          <a:p xmlns:a="http://schemas.openxmlformats.org/drawingml/2006/main">
            <a:pPr algn="l">
              <a:defRPr sz="1350" b="1" i="0">
                <a:solidFill>
                  <a:srgbClr val="1E2D3C"/>
                </a:solidFill>
                <a:latin typeface="Arial"/>
                <a:ea typeface="Arial"/>
                <a:cs typeface="Arial"/>
              </a:defRPr>
            </a:pPr>
            <a:r>
              <a:rPr sz="1350" b="1" i="0">
                <a:solidFill>
                  <a:srgbClr val="1E2D3C"/>
                </a:solidFill>
                <a:latin typeface="Arial"/>
                <a:ea typeface="Arial"/>
                <a:cs typeface="Arial"/>
              </a:rPr>
              <a:t>Personel teknis dan SKK</a:t>
            </a:r>
          </a:p>
        </p:txBody>
      </p:sp>
      <p:sp>
        <p:nvSpPr>
          <p:cNvPr id="15" name="">
            <a:extLst xmlns:a="http://schemas.openxmlformats.org/drawingml/2006/main">
              <a:ext uri="{FF2B5EF4-FFF2-40B4-BE49-F238E27FC236}">
                <a16:creationId xmlns:a16="http://schemas.microsoft.com/office/drawing/2014/main" id="{DD86951C-462E-44F9-A26C-63FCEC0F1C9D}"/>
              </a:ext>
            </a:extLst>
          </p:cNvPr>
          <p:cNvSpPr>
            <a:spLocks xmlns:a="http://schemas.openxmlformats.org/drawingml/2006/main" noGrp="1"/>
          </p:cNvSpPr>
          <p:nvPr/>
        </p:nvSpPr>
        <p:spPr>
          <a:xfrm xmlns:a="http://schemas.openxmlformats.org/drawingml/2006/main">
            <a:off x="4438650" y="4467225"/>
            <a:ext cx="375285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A1109F2-1DD5-4510-BEA2-CBABA4B7F609}"/>
              </a:ext>
            </a:extLst>
          </p:cNvPr>
          <p:cNvSpPr>
            <a:spLocks xmlns:a="http://schemas.openxmlformats.org/drawingml/2006/main" noGrp="1"/>
          </p:cNvSpPr>
          <p:nvPr/>
        </p:nvSpPr>
        <p:spPr>
          <a:xfrm xmlns:a="http://schemas.openxmlformats.org/drawingml/2006/main">
            <a:off x="4000500" y="46672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85748"/>
                </a:solidFill>
                <a:latin typeface="Arial"/>
                <a:ea typeface="Arial"/>
                <a:cs typeface="Arial"/>
              </a:defRPr>
            </a:defPPr>
          </a:lstStyle>
          <a:p xmlns:a="http://schemas.openxmlformats.org/drawingml/2006/main">
            <a:pPr algn="l">
              <a:defRPr sz="975" b="1" i="0">
                <a:solidFill>
                  <a:srgbClr val="C85748"/>
                </a:solidFill>
                <a:latin typeface="Arial"/>
                <a:ea typeface="Arial"/>
                <a:cs typeface="Arial"/>
              </a:defRPr>
            </a:pPr>
            <a:r>
              <a:rPr sz="975" b="1" i="0">
                <a:solidFill>
                  <a:srgbClr val="C85748"/>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04D7B0E1-D08F-4188-A533-9876D8563DB9}"/>
              </a:ext>
            </a:extLst>
          </p:cNvPr>
          <p:cNvSpPr>
            <a:spLocks xmlns:a="http://schemas.openxmlformats.org/drawingml/2006/main" noGrp="1"/>
          </p:cNvSpPr>
          <p:nvPr/>
        </p:nvSpPr>
        <p:spPr>
          <a:xfrm xmlns:a="http://schemas.openxmlformats.org/drawingml/2006/main">
            <a:off x="4438650" y="4657725"/>
            <a:ext cx="409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E2D3C"/>
                </a:solidFill>
                <a:latin typeface="Arial"/>
                <a:ea typeface="Arial"/>
                <a:cs typeface="Arial"/>
              </a:defRPr>
            </a:defPPr>
          </a:lstStyle>
          <a:p xmlns:a="http://schemas.openxmlformats.org/drawingml/2006/main">
            <a:pPr algn="l">
              <a:defRPr sz="1350" b="1" i="0">
                <a:solidFill>
                  <a:srgbClr val="1E2D3C"/>
                </a:solidFill>
                <a:latin typeface="Arial"/>
                <a:ea typeface="Arial"/>
                <a:cs typeface="Arial"/>
              </a:defRPr>
            </a:pPr>
            <a:r>
              <a:rPr sz="1350" b="1" i="0">
                <a:solidFill>
                  <a:srgbClr val="1E2D3C"/>
                </a:solidFill>
                <a:latin typeface="Arial"/>
                <a:ea typeface="Arial"/>
                <a:cs typeface="Arial"/>
              </a:rPr>
              <a:t>Sanksi keterlambatan</a:t>
            </a:r>
          </a:p>
        </p:txBody>
      </p:sp>
      <p:sp>
        <p:nvSpPr>
          <p:cNvPr id="18" name="">
            <a:extLst xmlns:a="http://schemas.openxmlformats.org/drawingml/2006/main">
              <a:ext uri="{FF2B5EF4-FFF2-40B4-BE49-F238E27FC236}">
                <a16:creationId xmlns:a16="http://schemas.microsoft.com/office/drawing/2014/main" id="{25EA1C36-951E-4F42-ABBE-8CC2A69BEE17}"/>
              </a:ext>
            </a:extLst>
          </p:cNvPr>
          <p:cNvSpPr>
            <a:spLocks xmlns:a="http://schemas.openxmlformats.org/drawingml/2006/main" noGrp="1"/>
          </p:cNvSpPr>
          <p:nvPr/>
        </p:nvSpPr>
        <p:spPr>
          <a:xfrm xmlns:a="http://schemas.openxmlformats.org/drawingml/2006/main">
            <a:off x="4438650" y="4981575"/>
            <a:ext cx="375285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CE42F3C-8376-435F-93A9-0E161925673B}"/>
              </a:ext>
            </a:extLst>
          </p:cNvPr>
          <p:cNvSpPr>
            <a:spLocks xmlns:a="http://schemas.openxmlformats.org/drawingml/2006/main" noGrp="1"/>
          </p:cNvSpPr>
          <p:nvPr/>
        </p:nvSpPr>
        <p:spPr>
          <a:xfrm xmlns:a="http://schemas.openxmlformats.org/drawingml/2006/main">
            <a:off x="4000500" y="51816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85748"/>
                </a:solidFill>
                <a:latin typeface="Arial"/>
                <a:ea typeface="Arial"/>
                <a:cs typeface="Arial"/>
              </a:defRPr>
            </a:defPPr>
          </a:lstStyle>
          <a:p xmlns:a="http://schemas.openxmlformats.org/drawingml/2006/main">
            <a:pPr algn="l">
              <a:defRPr sz="975" b="1" i="0">
                <a:solidFill>
                  <a:srgbClr val="C85748"/>
                </a:solidFill>
                <a:latin typeface="Arial"/>
                <a:ea typeface="Arial"/>
                <a:cs typeface="Arial"/>
              </a:defRPr>
            </a:pPr>
            <a:r>
              <a:rPr sz="975" b="1" i="0">
                <a:solidFill>
                  <a:srgbClr val="C85748"/>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A83D1592-68B2-4D4C-9D7F-E843E594747B}"/>
              </a:ext>
            </a:extLst>
          </p:cNvPr>
          <p:cNvSpPr>
            <a:spLocks xmlns:a="http://schemas.openxmlformats.org/drawingml/2006/main" noGrp="1"/>
          </p:cNvSpPr>
          <p:nvPr/>
        </p:nvSpPr>
        <p:spPr>
          <a:xfrm xmlns:a="http://schemas.openxmlformats.org/drawingml/2006/main">
            <a:off x="4438650" y="5172075"/>
            <a:ext cx="409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E2D3C"/>
                </a:solidFill>
                <a:latin typeface="Arial"/>
                <a:ea typeface="Arial"/>
                <a:cs typeface="Arial"/>
              </a:defRPr>
            </a:defPPr>
          </a:lstStyle>
          <a:p xmlns:a="http://schemas.openxmlformats.org/drawingml/2006/main">
            <a:pPr algn="l">
              <a:defRPr sz="1350" b="1" i="0">
                <a:solidFill>
                  <a:srgbClr val="1E2D3C"/>
                </a:solidFill>
                <a:latin typeface="Arial"/>
                <a:ea typeface="Arial"/>
                <a:cs typeface="Arial"/>
              </a:defRPr>
            </a:pPr>
            <a:r>
              <a:rPr sz="1350" b="1" i="0">
                <a:solidFill>
                  <a:srgbClr val="1E2D3C"/>
                </a:solidFill>
                <a:latin typeface="Arial"/>
                <a:ea typeface="Arial"/>
                <a:cs typeface="Arial"/>
              </a:rPr>
              <a:t>Denda tanpa batas eksplisit</a:t>
            </a:r>
          </a:p>
        </p:txBody>
      </p:sp>
      <p:sp>
        <p:nvSpPr>
          <p:cNvPr id="21" name="">
            <a:extLst xmlns:a="http://schemas.openxmlformats.org/drawingml/2006/main">
              <a:ext uri="{FF2B5EF4-FFF2-40B4-BE49-F238E27FC236}">
                <a16:creationId xmlns:a16="http://schemas.microsoft.com/office/drawing/2014/main" id="{422715DA-A4E8-4D49-A29F-A2E9FA3C3B01}"/>
              </a:ext>
            </a:extLst>
          </p:cNvPr>
          <p:cNvSpPr>
            <a:spLocks xmlns:a="http://schemas.openxmlformats.org/drawingml/2006/main" noGrp="1"/>
          </p:cNvSpPr>
          <p:nvPr/>
        </p:nvSpPr>
        <p:spPr>
          <a:xfrm xmlns:a="http://schemas.openxmlformats.org/drawingml/2006/main">
            <a:off x="4438650" y="5495925"/>
            <a:ext cx="375285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805DD34-3B1C-499B-9733-6CC201529886}"/>
              </a:ext>
            </a:extLst>
          </p:cNvPr>
          <p:cNvSpPr>
            <a:spLocks xmlns:a="http://schemas.openxmlformats.org/drawingml/2006/main" noGrp="1"/>
          </p:cNvSpPr>
          <p:nvPr/>
        </p:nvSpPr>
        <p:spPr>
          <a:xfrm xmlns:a="http://schemas.openxmlformats.org/drawingml/2006/main">
            <a:off x="4000500" y="5791200"/>
            <a:ext cx="76200" cy="76200"/>
          </a:xfrm>
          <a:prstGeom xmlns:a="http://schemas.openxmlformats.org/drawingml/2006/main" prst="ellipse">
            <a:avLst/>
          </a:prstGeom>
          <a:solidFill xmlns:a="http://schemas.openxmlformats.org/drawingml/2006/main">
            <a:srgbClr val="3B8B6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BE199D6-2676-47BB-A05B-B0F772855B71}"/>
              </a:ext>
            </a:extLst>
          </p:cNvPr>
          <p:cNvSpPr>
            <a:spLocks xmlns:a="http://schemas.openxmlformats.org/drawingml/2006/main" noGrp="1"/>
          </p:cNvSpPr>
          <p:nvPr/>
        </p:nvSpPr>
        <p:spPr>
          <a:xfrm xmlns:a="http://schemas.openxmlformats.org/drawingml/2006/main">
            <a:off x="4133850" y="5743575"/>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LOW 0–19</a:t>
            </a:r>
          </a:p>
        </p:txBody>
      </p:sp>
      <p:sp>
        <p:nvSpPr>
          <p:cNvPr id="24" name="">
            <a:extLst xmlns:a="http://schemas.openxmlformats.org/drawingml/2006/main">
              <a:ext uri="{FF2B5EF4-FFF2-40B4-BE49-F238E27FC236}">
                <a16:creationId xmlns:a16="http://schemas.microsoft.com/office/drawing/2014/main" id="{4490178D-7EFA-4F7E-9DDA-CEF2FB602BAB}"/>
              </a:ext>
            </a:extLst>
          </p:cNvPr>
          <p:cNvSpPr>
            <a:spLocks xmlns:a="http://schemas.openxmlformats.org/drawingml/2006/main" noGrp="1"/>
          </p:cNvSpPr>
          <p:nvPr/>
        </p:nvSpPr>
        <p:spPr>
          <a:xfrm xmlns:a="http://schemas.openxmlformats.org/drawingml/2006/main">
            <a:off x="5695950" y="5791200"/>
            <a:ext cx="76200" cy="76200"/>
          </a:xfrm>
          <a:prstGeom xmlns:a="http://schemas.openxmlformats.org/drawingml/2006/main" prst="ellipse">
            <a:avLst/>
          </a:prstGeom>
          <a:solidFill xmlns:a="http://schemas.openxmlformats.org/drawingml/2006/main">
            <a:srgbClr val="B5843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FB43DC5-3C90-45A9-923B-A247E949E406}"/>
              </a:ext>
            </a:extLst>
          </p:cNvPr>
          <p:cNvSpPr>
            <a:spLocks xmlns:a="http://schemas.openxmlformats.org/drawingml/2006/main" noGrp="1"/>
          </p:cNvSpPr>
          <p:nvPr/>
        </p:nvSpPr>
        <p:spPr>
          <a:xfrm xmlns:a="http://schemas.openxmlformats.org/drawingml/2006/main">
            <a:off x="5829300" y="5743575"/>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MEDIUM 20–39</a:t>
            </a:r>
          </a:p>
        </p:txBody>
      </p:sp>
      <p:sp>
        <p:nvSpPr>
          <p:cNvPr id="26" name="">
            <a:extLst xmlns:a="http://schemas.openxmlformats.org/drawingml/2006/main">
              <a:ext uri="{FF2B5EF4-FFF2-40B4-BE49-F238E27FC236}">
                <a16:creationId xmlns:a16="http://schemas.microsoft.com/office/drawing/2014/main" id="{F977274F-6A42-4E1B-BED9-B8461F0102C4}"/>
              </a:ext>
            </a:extLst>
          </p:cNvPr>
          <p:cNvSpPr>
            <a:spLocks xmlns:a="http://schemas.openxmlformats.org/drawingml/2006/main" noGrp="1"/>
          </p:cNvSpPr>
          <p:nvPr/>
        </p:nvSpPr>
        <p:spPr>
          <a:xfrm xmlns:a="http://schemas.openxmlformats.org/drawingml/2006/main">
            <a:off x="7391400" y="5791200"/>
            <a:ext cx="76200" cy="76200"/>
          </a:xfrm>
          <a:prstGeom xmlns:a="http://schemas.openxmlformats.org/drawingml/2006/main" prst="ellipse">
            <a:avLst/>
          </a:prstGeom>
          <a:solidFill xmlns:a="http://schemas.openxmlformats.org/drawingml/2006/main">
            <a:srgbClr val="C8574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6571EAF-2157-4BCB-8F2D-5B47AF139836}"/>
              </a:ext>
            </a:extLst>
          </p:cNvPr>
          <p:cNvSpPr>
            <a:spLocks xmlns:a="http://schemas.openxmlformats.org/drawingml/2006/main" noGrp="1"/>
          </p:cNvSpPr>
          <p:nvPr/>
        </p:nvSpPr>
        <p:spPr>
          <a:xfrm xmlns:a="http://schemas.openxmlformats.org/drawingml/2006/main">
            <a:off x="7524750" y="5743575"/>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HIGH 40–69</a:t>
            </a:r>
          </a:p>
        </p:txBody>
      </p:sp>
      <p:sp>
        <p:nvSpPr>
          <p:cNvPr id="28" name="">
            <a:extLst xmlns:a="http://schemas.openxmlformats.org/drawingml/2006/main">
              <a:ext uri="{FF2B5EF4-FFF2-40B4-BE49-F238E27FC236}">
                <a16:creationId xmlns:a16="http://schemas.microsoft.com/office/drawing/2014/main" id="{8DC6D0AF-14E6-49A8-8150-44D110FBAC2F}"/>
              </a:ext>
            </a:extLst>
          </p:cNvPr>
          <p:cNvSpPr>
            <a:spLocks xmlns:a="http://schemas.openxmlformats.org/drawingml/2006/main" noGrp="1"/>
          </p:cNvSpPr>
          <p:nvPr/>
        </p:nvSpPr>
        <p:spPr>
          <a:xfrm xmlns:a="http://schemas.openxmlformats.org/drawingml/2006/main">
            <a:off x="9086850" y="5791200"/>
            <a:ext cx="76200" cy="76200"/>
          </a:xfrm>
          <a:prstGeom xmlns:a="http://schemas.openxmlformats.org/drawingml/2006/main" prst="ellipse">
            <a:avLst/>
          </a:prstGeom>
          <a:solidFill xmlns:a="http://schemas.openxmlformats.org/drawingml/2006/main">
            <a:srgbClr val="AA343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E448208-E0F1-4FC6-85B7-4863D767F5C9}"/>
              </a:ext>
            </a:extLst>
          </p:cNvPr>
          <p:cNvSpPr>
            <a:spLocks xmlns:a="http://schemas.openxmlformats.org/drawingml/2006/main" noGrp="1"/>
          </p:cNvSpPr>
          <p:nvPr/>
        </p:nvSpPr>
        <p:spPr>
          <a:xfrm xmlns:a="http://schemas.openxmlformats.org/drawingml/2006/main">
            <a:off x="9220200" y="5743575"/>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CRITICAL 70–100</a:t>
            </a:r>
          </a:p>
        </p:txBody>
      </p:sp>
      <p:sp>
        <p:nvSpPr>
          <p:cNvPr id="30" name="">
            <a:extLst xmlns:a="http://schemas.openxmlformats.org/drawingml/2006/main">
              <a:ext uri="{FF2B5EF4-FFF2-40B4-BE49-F238E27FC236}">
                <a16:creationId xmlns:a16="http://schemas.microsoft.com/office/drawing/2014/main" id="{5DCB7915-D402-43C7-BD33-DE8AA6CBAECA}"/>
              </a:ext>
            </a:extLst>
          </p:cNvPr>
          <p:cNvSpPr>
            <a:spLocks xmlns:a="http://schemas.openxmlformats.org/drawingml/2006/main" noGrp="1"/>
          </p:cNvSpPr>
          <p:nvPr/>
        </p:nvSpPr>
        <p:spPr>
          <a:xfrm xmlns:a="http://schemas.openxmlformats.org/drawingml/2006/main">
            <a:off x="4000500" y="6124575"/>
            <a:ext cx="7191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1">
                <a:solidFill>
                  <a:srgbClr val="65717B"/>
                </a:solidFill>
                <a:latin typeface="Arial"/>
                <a:ea typeface="Arial"/>
                <a:cs typeface="Arial"/>
              </a:defRPr>
            </a:defPPr>
          </a:lstStyle>
          <a:p xmlns:a="http://schemas.openxmlformats.org/drawingml/2006/main">
            <a:pPr algn="l">
              <a:defRPr sz="900" b="0" i="1">
                <a:solidFill>
                  <a:srgbClr val="65717B"/>
                </a:solidFill>
                <a:latin typeface="Arial"/>
                <a:ea typeface="Arial"/>
                <a:cs typeface="Arial"/>
              </a:defRPr>
            </a:pPr>
            <a:r>
              <a:rPr sz="900" b="0" i="1">
                <a:solidFill>
                  <a:srgbClr val="65717B"/>
                </a:solidFill>
                <a:latin typeface="Arial"/>
                <a:ea typeface="Arial"/>
                <a:cs typeface="Arial"/>
              </a:rPr>
              <a:t>Heuristik deterministik, belum dikalibrasi. Bukan probabilitas fraud; verifikasi dokumen asli.</a:t>
            </a:r>
          </a:p>
        </p:txBody>
      </p:sp>
      <p:sp>
        <p:nvSpPr>
          <p:cNvPr id="31" name="">
            <a:extLst xmlns:a="http://schemas.openxmlformats.org/drawingml/2006/main">
              <a:ext uri="{FF2B5EF4-FFF2-40B4-BE49-F238E27FC236}">
                <a16:creationId xmlns:a16="http://schemas.microsoft.com/office/drawing/2014/main" id="{50984197-A3DA-4372-A35C-DB10E43C71D1}"/>
              </a:ext>
            </a:extLst>
          </p:cNvPr>
          <p:cNvSpPr>
            <a:spLocks xmlns:a="http://schemas.openxmlformats.org/drawingml/2006/main" noGrp="1"/>
          </p:cNvSpPr>
          <p:nvPr/>
        </p:nvSpPr>
        <p:spPr>
          <a:xfrm xmlns:a="http://schemas.openxmlformats.org/drawingml/2006/main">
            <a:off x="723900" y="6429375"/>
            <a:ext cx="107442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541C709-A34F-49D9-8846-685FC5DF3B60}"/>
              </a:ext>
            </a:extLst>
          </p:cNvPr>
          <p:cNvSpPr>
            <a:spLocks xmlns:a="http://schemas.openxmlformats.org/drawingml/2006/main" noGrp="1"/>
          </p:cNvSpPr>
          <p:nvPr/>
        </p:nvSpPr>
        <p:spPr>
          <a:xfrm xmlns:a="http://schemas.openxmlformats.org/drawingml/2006/main">
            <a:off x="723900" y="65436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BIDSENTRY AI · IBM SKILLSBUILD 2026</a:t>
            </a:r>
          </a:p>
        </p:txBody>
      </p:sp>
      <p:sp>
        <p:nvSpPr>
          <p:cNvPr id="33" name="">
            <a:extLst xmlns:a="http://schemas.openxmlformats.org/drawingml/2006/main">
              <a:ext uri="{FF2B5EF4-FFF2-40B4-BE49-F238E27FC236}">
                <a16:creationId xmlns:a16="http://schemas.microsoft.com/office/drawing/2014/main" id="{4B193BA8-D60C-4E71-8065-D5529DA3060C}"/>
              </a:ext>
            </a:extLst>
          </p:cNvPr>
          <p:cNvSpPr>
            <a:spLocks xmlns:a="http://schemas.openxmlformats.org/drawingml/2006/main" noGrp="1"/>
          </p:cNvSpPr>
          <p:nvPr/>
        </p:nvSpPr>
        <p:spPr>
          <a:xfrm xmlns:a="http://schemas.openxmlformats.org/drawingml/2006/main">
            <a:off x="10668000" y="6543675"/>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65717B"/>
                </a:solidFill>
                <a:latin typeface="Arial"/>
                <a:ea typeface="Arial"/>
                <a:cs typeface="Arial"/>
              </a:defRPr>
            </a:defPPr>
          </a:lstStyle>
          <a:p xmlns:a="http://schemas.openxmlformats.org/drawingml/2006/main">
            <a:pPr algn="r">
              <a:defRPr sz="825" b="0" i="0">
                <a:solidFill>
                  <a:srgbClr val="65717B"/>
                </a:solidFill>
                <a:latin typeface="Arial"/>
                <a:ea typeface="Arial"/>
                <a:cs typeface="Arial"/>
              </a:defRPr>
            </a:pPr>
            <a:r>
              <a:rPr sz="825" b="0" i="0">
                <a:solidFill>
                  <a:srgbClr val="65717B"/>
                </a:solidFill>
                <a:latin typeface="Arial"/>
                <a:ea typeface="Arial"/>
                <a:cs typeface="Arial"/>
              </a:rPr>
              <a:t>06 / 10</a:t>
            </a:r>
          </a:p>
        </p:txBody>
      </p:sp>
    </p:spTree>
    <p:extLst>
      <p:ext uri="{BB962C8B-B14F-4D97-AF65-F5344CB8AC3E}">
        <p14:creationId xmlns:p14="http://schemas.microsoft.com/office/powerpoint/2010/main" val="1848873222"/>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D550427-CC5E-42B4-8C61-D9ECB2882883}"/>
              </a:ext>
            </a:extLst>
          </p:cNvPr>
          <p:cNvSpPr>
            <a:spLocks xmlns:a="http://schemas.openxmlformats.org/drawingml/2006/main" noGrp="1"/>
          </p:cNvSpPr>
          <p:nvPr/>
        </p:nvSpPr>
        <p:spPr>
          <a:xfrm xmlns:a="http://schemas.openxmlformats.org/drawingml/2006/main">
            <a:off x="723900" y="4572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0" i="0">
                <a:solidFill>
                  <a:srgbClr val="1E2D3C"/>
                </a:solidFill>
                <a:latin typeface="Georgia"/>
                <a:ea typeface="Georgia"/>
                <a:cs typeface="Georgia"/>
              </a:defRPr>
            </a:defPPr>
          </a:lstStyle>
          <a:p xmlns:a="http://schemas.openxmlformats.org/drawingml/2006/main">
            <a:pPr algn="l">
              <a:defRPr sz="2925" b="0" i="0">
                <a:solidFill>
                  <a:srgbClr val="1E2D3C"/>
                </a:solidFill>
                <a:latin typeface="Georgia"/>
                <a:ea typeface="Georgia"/>
                <a:cs typeface="Georgia"/>
              </a:defRPr>
            </a:pPr>
            <a:r>
              <a:rPr sz="2925" b="0" i="0">
                <a:solidFill>
                  <a:srgbClr val="1E2D3C"/>
                </a:solidFill>
                <a:latin typeface="Georgia"/>
                <a:ea typeface="Georgia"/>
                <a:cs typeface="Georgia"/>
              </a:rPr>
              <a:t>Bukti awal dan validasi pengguna</a:t>
            </a:r>
          </a:p>
        </p:txBody>
      </p:sp>
      <p:sp>
        <p:nvSpPr>
          <p:cNvPr id="2" name="">
            <a:extLst xmlns:a="http://schemas.openxmlformats.org/drawingml/2006/main">
              <a:ext uri="{FF2B5EF4-FFF2-40B4-BE49-F238E27FC236}">
                <a16:creationId xmlns:a16="http://schemas.microsoft.com/office/drawing/2014/main" id="{5E0EAB12-6862-4515-90C9-9BA02B299C18}"/>
              </a:ext>
            </a:extLst>
          </p:cNvPr>
          <p:cNvSpPr>
            <a:spLocks xmlns:a="http://schemas.openxmlformats.org/drawingml/2006/main" noGrp="1"/>
          </p:cNvSpPr>
          <p:nvPr/>
        </p:nvSpPr>
        <p:spPr>
          <a:xfrm xmlns:a="http://schemas.openxmlformats.org/drawingml/2006/main">
            <a:off x="742950" y="1057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5717B"/>
                </a:solidFill>
                <a:latin typeface="Arial"/>
                <a:ea typeface="Arial"/>
                <a:cs typeface="Arial"/>
              </a:defRPr>
            </a:defPPr>
          </a:lstStyle>
          <a:p xmlns:a="http://schemas.openxmlformats.org/drawingml/2006/main">
            <a:pPr algn="l">
              <a:defRPr sz="1275" b="0" i="0">
                <a:solidFill>
                  <a:srgbClr val="65717B"/>
                </a:solidFill>
                <a:latin typeface="Arial"/>
                <a:ea typeface="Arial"/>
                <a:cs typeface="Arial"/>
              </a:defRPr>
            </a:pPr>
            <a:r>
              <a:rPr sz="1275" b="0" i="0">
                <a:solidFill>
                  <a:srgbClr val="65717B"/>
                </a:solidFill>
                <a:latin typeface="Arial"/>
                <a:ea typeface="Arial"/>
                <a:cs typeface="Arial"/>
              </a:rPr>
              <a:t>QA internal lulus; feedback pengguna riil belum tercatat di repo</a:t>
            </a:r>
          </a:p>
        </p:txBody>
      </p:sp>
      <p:sp>
        <p:nvSpPr>
          <p:cNvPr id="3" name="">
            <a:extLst xmlns:a="http://schemas.openxmlformats.org/drawingml/2006/main">
              <a:ext uri="{FF2B5EF4-FFF2-40B4-BE49-F238E27FC236}">
                <a16:creationId xmlns:a16="http://schemas.microsoft.com/office/drawing/2014/main" id="{6EFC8F8B-47B4-4EF7-B85E-B528470D14DC}"/>
              </a:ext>
            </a:extLst>
          </p:cNvPr>
          <p:cNvSpPr>
            <a:spLocks xmlns:a="http://schemas.openxmlformats.org/drawingml/2006/main" noGrp="1"/>
          </p:cNvSpPr>
          <p:nvPr/>
        </p:nvSpPr>
        <p:spPr>
          <a:xfrm xmlns:a="http://schemas.openxmlformats.org/drawingml/2006/main">
            <a:off x="762000" y="16859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3B8B68"/>
                </a:solidFill>
                <a:latin typeface="Arial"/>
                <a:ea typeface="Arial"/>
                <a:cs typeface="Arial"/>
              </a:defRPr>
            </a:defPPr>
          </a:lstStyle>
          <a:p xmlns:a="http://schemas.openxmlformats.org/drawingml/2006/main">
            <a:pPr algn="l">
              <a:defRPr sz="900" b="1" i="0">
                <a:solidFill>
                  <a:srgbClr val="3B8B68"/>
                </a:solidFill>
                <a:latin typeface="Arial"/>
                <a:ea typeface="Arial"/>
                <a:cs typeface="Arial"/>
              </a:defRPr>
            </a:pPr>
            <a:r>
              <a:rPr sz="900" b="1" i="0">
                <a:solidFill>
                  <a:srgbClr val="3B8B68"/>
                </a:solidFill>
                <a:latin typeface="Arial"/>
                <a:ea typeface="Arial"/>
                <a:cs typeface="Arial"/>
              </a:rPr>
              <a:t>SUDAH DIUJI</a:t>
            </a:r>
          </a:p>
        </p:txBody>
      </p:sp>
      <p:sp>
        <p:nvSpPr>
          <p:cNvPr id="4" name="">
            <a:extLst xmlns:a="http://schemas.openxmlformats.org/drawingml/2006/main">
              <a:ext uri="{FF2B5EF4-FFF2-40B4-BE49-F238E27FC236}">
                <a16:creationId xmlns:a16="http://schemas.microsoft.com/office/drawing/2014/main" id="{B8AC6308-535A-4216-ABE8-A5E6E61EC68D}"/>
              </a:ext>
            </a:extLst>
          </p:cNvPr>
          <p:cNvSpPr>
            <a:spLocks xmlns:a="http://schemas.openxmlformats.org/drawingml/2006/main" noGrp="1"/>
          </p:cNvSpPr>
          <p:nvPr/>
        </p:nvSpPr>
        <p:spPr>
          <a:xfrm xmlns:a="http://schemas.openxmlformats.org/drawingml/2006/main">
            <a:off x="762000" y="2000250"/>
            <a:ext cx="28575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825" b="0" i="0">
                <a:solidFill>
                  <a:srgbClr val="1E2D3C"/>
                </a:solidFill>
                <a:latin typeface="Georgia"/>
                <a:ea typeface="Georgia"/>
                <a:cs typeface="Georgia"/>
              </a:defRPr>
            </a:defPPr>
          </a:lstStyle>
          <a:p xmlns:a="http://schemas.openxmlformats.org/drawingml/2006/main">
            <a:pPr algn="l">
              <a:defRPr sz="3825" b="0" i="0">
                <a:solidFill>
                  <a:srgbClr val="1E2D3C"/>
                </a:solidFill>
                <a:latin typeface="Georgia"/>
                <a:ea typeface="Georgia"/>
                <a:cs typeface="Georgia"/>
              </a:defRPr>
            </a:pPr>
            <a:r>
              <a:rPr sz="3825" b="0" i="0">
                <a:solidFill>
                  <a:srgbClr val="1E2D3C"/>
                </a:solidFill>
                <a:latin typeface="Georgia"/>
                <a:ea typeface="Georgia"/>
                <a:cs typeface="Georgia"/>
              </a:rPr>
              <a:t>7 / 7</a:t>
            </a:r>
          </a:p>
        </p:txBody>
      </p:sp>
      <p:sp>
        <p:nvSpPr>
          <p:cNvPr id="5" name="">
            <a:extLst xmlns:a="http://schemas.openxmlformats.org/drawingml/2006/main">
              <a:ext uri="{FF2B5EF4-FFF2-40B4-BE49-F238E27FC236}">
                <a16:creationId xmlns:a16="http://schemas.microsoft.com/office/drawing/2014/main" id="{6241DBF4-5924-4D9D-A027-6E3A6F9CE5DB}"/>
              </a:ext>
            </a:extLst>
          </p:cNvPr>
          <p:cNvSpPr>
            <a:spLocks xmlns:a="http://schemas.openxmlformats.org/drawingml/2006/main" noGrp="1"/>
          </p:cNvSpPr>
          <p:nvPr/>
        </p:nvSpPr>
        <p:spPr>
          <a:xfrm xmlns:a="http://schemas.openxmlformats.org/drawingml/2006/main">
            <a:off x="800100" y="2705100"/>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1E2D3C"/>
                </a:solidFill>
                <a:latin typeface="Arial"/>
                <a:ea typeface="Arial"/>
                <a:cs typeface="Arial"/>
              </a:defRPr>
            </a:defPPr>
          </a:lstStyle>
          <a:p xmlns:a="http://schemas.openxmlformats.org/drawingml/2006/main">
            <a:pPr algn="l">
              <a:defRPr sz="1275" b="0" i="0">
                <a:solidFill>
                  <a:srgbClr val="1E2D3C"/>
                </a:solidFill>
                <a:latin typeface="Arial"/>
                <a:ea typeface="Arial"/>
                <a:cs typeface="Arial"/>
              </a:defRPr>
            </a:pPr>
            <a:r>
              <a:rPr sz="1275" b="0" i="0">
                <a:solidFill>
                  <a:srgbClr val="1E2D3C"/>
                </a:solidFill>
                <a:latin typeface="Arial"/>
                <a:ea typeface="Arial"/>
                <a:cs typeface="Arial"/>
              </a:rPr>
              <a:t>API contract tests lulus</a:t>
            </a:r>
          </a:p>
        </p:txBody>
      </p:sp>
      <p:sp>
        <p:nvSpPr>
          <p:cNvPr id="6" name="">
            <a:extLst xmlns:a="http://schemas.openxmlformats.org/drawingml/2006/main">
              <a:ext uri="{FF2B5EF4-FFF2-40B4-BE49-F238E27FC236}">
                <a16:creationId xmlns:a16="http://schemas.microsoft.com/office/drawing/2014/main" id="{C469C9E7-99B1-4121-B572-8FE695D4ABDE}"/>
              </a:ext>
            </a:extLst>
          </p:cNvPr>
          <p:cNvSpPr>
            <a:spLocks xmlns:a="http://schemas.openxmlformats.org/drawingml/2006/main" noGrp="1"/>
          </p:cNvSpPr>
          <p:nvPr/>
        </p:nvSpPr>
        <p:spPr>
          <a:xfrm xmlns:a="http://schemas.openxmlformats.org/drawingml/2006/main">
            <a:off x="800100" y="3238500"/>
            <a:ext cx="76200" cy="76200"/>
          </a:xfrm>
          <a:prstGeom xmlns:a="http://schemas.openxmlformats.org/drawingml/2006/main" prst="ellipse">
            <a:avLst/>
          </a:prstGeom>
          <a:solidFill xmlns:a="http://schemas.openxmlformats.org/drawingml/2006/main">
            <a:srgbClr val="3B8B6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E62E1BC-7596-4607-9072-CB395D353729}"/>
              </a:ext>
            </a:extLst>
          </p:cNvPr>
          <p:cNvSpPr>
            <a:spLocks xmlns:a="http://schemas.openxmlformats.org/drawingml/2006/main" noGrp="1"/>
          </p:cNvSpPr>
          <p:nvPr/>
        </p:nvSpPr>
        <p:spPr>
          <a:xfrm xmlns:a="http://schemas.openxmlformats.org/drawingml/2006/main">
            <a:off x="981075" y="3171825"/>
            <a:ext cx="3981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Pencarian dan filter risiko</a:t>
            </a:r>
          </a:p>
        </p:txBody>
      </p:sp>
      <p:sp>
        <p:nvSpPr>
          <p:cNvPr id="8" name="">
            <a:extLst xmlns:a="http://schemas.openxmlformats.org/drawingml/2006/main">
              <a:ext uri="{FF2B5EF4-FFF2-40B4-BE49-F238E27FC236}">
                <a16:creationId xmlns:a16="http://schemas.microsoft.com/office/drawing/2014/main" id="{EE14AB2B-7376-4D7A-BCB4-71ADA0754AD2}"/>
              </a:ext>
            </a:extLst>
          </p:cNvPr>
          <p:cNvSpPr>
            <a:spLocks xmlns:a="http://schemas.openxmlformats.org/drawingml/2006/main" noGrp="1"/>
          </p:cNvSpPr>
          <p:nvPr/>
        </p:nvSpPr>
        <p:spPr>
          <a:xfrm xmlns:a="http://schemas.openxmlformats.org/drawingml/2006/main">
            <a:off x="800100" y="3609975"/>
            <a:ext cx="76200" cy="76200"/>
          </a:xfrm>
          <a:prstGeom xmlns:a="http://schemas.openxmlformats.org/drawingml/2006/main" prst="ellipse">
            <a:avLst/>
          </a:prstGeom>
          <a:solidFill xmlns:a="http://schemas.openxmlformats.org/drawingml/2006/main">
            <a:srgbClr val="3B8B6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39D11B3-C758-42C2-918F-0E1FC2D20EEB}"/>
              </a:ext>
            </a:extLst>
          </p:cNvPr>
          <p:cNvSpPr>
            <a:spLocks xmlns:a="http://schemas.openxmlformats.org/drawingml/2006/main" noGrp="1"/>
          </p:cNvSpPr>
          <p:nvPr/>
        </p:nvSpPr>
        <p:spPr>
          <a:xfrm xmlns:a="http://schemas.openxmlformats.org/drawingml/2006/main">
            <a:off x="981075" y="3543300"/>
            <a:ext cx="3981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Audit scan dan tampilan temuan</a:t>
            </a:r>
          </a:p>
        </p:txBody>
      </p:sp>
      <p:sp>
        <p:nvSpPr>
          <p:cNvPr id="10" name="">
            <a:extLst xmlns:a="http://schemas.openxmlformats.org/drawingml/2006/main">
              <a:ext uri="{FF2B5EF4-FFF2-40B4-BE49-F238E27FC236}">
                <a16:creationId xmlns:a16="http://schemas.microsoft.com/office/drawing/2014/main" id="{2BD71DDA-F046-426A-AACE-EDD68533BC9C}"/>
              </a:ext>
            </a:extLst>
          </p:cNvPr>
          <p:cNvSpPr>
            <a:spLocks xmlns:a="http://schemas.openxmlformats.org/drawingml/2006/main" noGrp="1"/>
          </p:cNvSpPr>
          <p:nvPr/>
        </p:nvSpPr>
        <p:spPr>
          <a:xfrm xmlns:a="http://schemas.openxmlformats.org/drawingml/2006/main">
            <a:off x="800100" y="3981450"/>
            <a:ext cx="76200" cy="76200"/>
          </a:xfrm>
          <a:prstGeom xmlns:a="http://schemas.openxmlformats.org/drawingml/2006/main" prst="ellipse">
            <a:avLst/>
          </a:prstGeom>
          <a:solidFill xmlns:a="http://schemas.openxmlformats.org/drawingml/2006/main">
            <a:srgbClr val="3B8B6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E79B6B2-ADBA-4E08-B30D-D39C58AC5ADD}"/>
              </a:ext>
            </a:extLst>
          </p:cNvPr>
          <p:cNvSpPr>
            <a:spLocks xmlns:a="http://schemas.openxmlformats.org/drawingml/2006/main" noGrp="1"/>
          </p:cNvSpPr>
          <p:nvPr/>
        </p:nvSpPr>
        <p:spPr>
          <a:xfrm xmlns:a="http://schemas.openxmlformats.org/drawingml/2006/main">
            <a:off x="981075" y="3914775"/>
            <a:ext cx="3981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Ekspor register JSON</a:t>
            </a:r>
          </a:p>
        </p:txBody>
      </p:sp>
      <p:sp>
        <p:nvSpPr>
          <p:cNvPr id="12" name="">
            <a:extLst xmlns:a="http://schemas.openxmlformats.org/drawingml/2006/main">
              <a:ext uri="{FF2B5EF4-FFF2-40B4-BE49-F238E27FC236}">
                <a16:creationId xmlns:a16="http://schemas.microsoft.com/office/drawing/2014/main" id="{B0231F8F-F16A-45FB-AABC-58DD1106F5E8}"/>
              </a:ext>
            </a:extLst>
          </p:cNvPr>
          <p:cNvSpPr>
            <a:spLocks xmlns:a="http://schemas.openxmlformats.org/drawingml/2006/main" noGrp="1"/>
          </p:cNvSpPr>
          <p:nvPr/>
        </p:nvSpPr>
        <p:spPr>
          <a:xfrm xmlns:a="http://schemas.openxmlformats.org/drawingml/2006/main">
            <a:off x="800100" y="4352925"/>
            <a:ext cx="76200" cy="76200"/>
          </a:xfrm>
          <a:prstGeom xmlns:a="http://schemas.openxmlformats.org/drawingml/2006/main" prst="ellipse">
            <a:avLst/>
          </a:prstGeom>
          <a:solidFill xmlns:a="http://schemas.openxmlformats.org/drawingml/2006/main">
            <a:srgbClr val="3B8B6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5C996A0-D6D0-432E-ACDF-5107C6CAE5F1}"/>
              </a:ext>
            </a:extLst>
          </p:cNvPr>
          <p:cNvSpPr>
            <a:spLocks xmlns:a="http://schemas.openxmlformats.org/drawingml/2006/main" noGrp="1"/>
          </p:cNvSpPr>
          <p:nvPr/>
        </p:nvSpPr>
        <p:spPr>
          <a:xfrm xmlns:a="http://schemas.openxmlformats.org/drawingml/2006/main">
            <a:off x="981075" y="4286250"/>
            <a:ext cx="3981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Dispatch Composio simulasi</a:t>
            </a:r>
          </a:p>
        </p:txBody>
      </p:sp>
      <p:sp>
        <p:nvSpPr>
          <p:cNvPr id="14" name="">
            <a:extLst xmlns:a="http://schemas.openxmlformats.org/drawingml/2006/main">
              <a:ext uri="{FF2B5EF4-FFF2-40B4-BE49-F238E27FC236}">
                <a16:creationId xmlns:a16="http://schemas.microsoft.com/office/drawing/2014/main" id="{3020F696-A005-45AA-84B1-829C82008B81}"/>
              </a:ext>
            </a:extLst>
          </p:cNvPr>
          <p:cNvSpPr>
            <a:spLocks xmlns:a="http://schemas.openxmlformats.org/drawingml/2006/main" noGrp="1"/>
          </p:cNvSpPr>
          <p:nvPr/>
        </p:nvSpPr>
        <p:spPr>
          <a:xfrm xmlns:a="http://schemas.openxmlformats.org/drawingml/2006/main">
            <a:off x="800100" y="4724400"/>
            <a:ext cx="76200" cy="76200"/>
          </a:xfrm>
          <a:prstGeom xmlns:a="http://schemas.openxmlformats.org/drawingml/2006/main" prst="ellipse">
            <a:avLst/>
          </a:prstGeom>
          <a:solidFill xmlns:a="http://schemas.openxmlformats.org/drawingml/2006/main">
            <a:srgbClr val="3B8B6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1246639-5A08-4276-84D6-A550E60B042F}"/>
              </a:ext>
            </a:extLst>
          </p:cNvPr>
          <p:cNvSpPr>
            <a:spLocks xmlns:a="http://schemas.openxmlformats.org/drawingml/2006/main" noGrp="1"/>
          </p:cNvSpPr>
          <p:nvPr/>
        </p:nvSpPr>
        <p:spPr>
          <a:xfrm xmlns:a="http://schemas.openxmlformats.org/drawingml/2006/main">
            <a:off x="981075" y="4657725"/>
            <a:ext cx="3981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Tanpa error JS; ponsel 390 px tanpa overflow</a:t>
            </a:r>
          </a:p>
        </p:txBody>
      </p:sp>
      <p:sp>
        <p:nvSpPr>
          <p:cNvPr id="16" name="">
            <a:extLst xmlns:a="http://schemas.openxmlformats.org/drawingml/2006/main">
              <a:ext uri="{FF2B5EF4-FFF2-40B4-BE49-F238E27FC236}">
                <a16:creationId xmlns:a16="http://schemas.microsoft.com/office/drawing/2014/main" id="{6F2FEF6A-F5CE-4CE0-A042-83D8E6AB8730}"/>
              </a:ext>
            </a:extLst>
          </p:cNvPr>
          <p:cNvSpPr>
            <a:spLocks xmlns:a="http://schemas.openxmlformats.org/drawingml/2006/main" noGrp="1"/>
          </p:cNvSpPr>
          <p:nvPr/>
        </p:nvSpPr>
        <p:spPr>
          <a:xfrm xmlns:a="http://schemas.openxmlformats.org/drawingml/2006/main">
            <a:off x="5953125" y="1666875"/>
            <a:ext cx="19050" cy="3600450"/>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3D97A35-9732-4A12-9D2F-97588B6E696C}"/>
              </a:ext>
            </a:extLst>
          </p:cNvPr>
          <p:cNvSpPr>
            <a:spLocks xmlns:a="http://schemas.openxmlformats.org/drawingml/2006/main" noGrp="1"/>
          </p:cNvSpPr>
          <p:nvPr/>
        </p:nvSpPr>
        <p:spPr>
          <a:xfrm xmlns:a="http://schemas.openxmlformats.org/drawingml/2006/main">
            <a:off x="6372225" y="1685925"/>
            <a:ext cx="423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85748"/>
                </a:solidFill>
                <a:latin typeface="Arial"/>
                <a:ea typeface="Arial"/>
                <a:cs typeface="Arial"/>
              </a:defRPr>
            </a:defPPr>
          </a:lstStyle>
          <a:p xmlns:a="http://schemas.openxmlformats.org/drawingml/2006/main">
            <a:pPr algn="l">
              <a:defRPr sz="900" b="1" i="0">
                <a:solidFill>
                  <a:srgbClr val="C85748"/>
                </a:solidFill>
                <a:latin typeface="Arial"/>
                <a:ea typeface="Arial"/>
                <a:cs typeface="Arial"/>
              </a:defRPr>
            </a:pPr>
            <a:r>
              <a:rPr sz="900" b="1" i="0">
                <a:solidFill>
                  <a:srgbClr val="C85748"/>
                </a:solidFill>
                <a:latin typeface="Arial"/>
                <a:ea typeface="Arial"/>
                <a:cs typeface="Arial"/>
              </a:rPr>
              <a:t>BELUM ADA BUKTI RIIL</a:t>
            </a:r>
          </a:p>
        </p:txBody>
      </p:sp>
      <p:sp>
        <p:nvSpPr>
          <p:cNvPr id="18" name="">
            <a:extLst xmlns:a="http://schemas.openxmlformats.org/drawingml/2006/main">
              <a:ext uri="{FF2B5EF4-FFF2-40B4-BE49-F238E27FC236}">
                <a16:creationId xmlns:a16="http://schemas.microsoft.com/office/drawing/2014/main" id="{F918CF70-A949-4D73-B0FA-4163010F1749}"/>
              </a:ext>
            </a:extLst>
          </p:cNvPr>
          <p:cNvSpPr>
            <a:spLocks xmlns:a="http://schemas.openxmlformats.org/drawingml/2006/main" noGrp="1"/>
          </p:cNvSpPr>
          <p:nvPr/>
        </p:nvSpPr>
        <p:spPr>
          <a:xfrm xmlns:a="http://schemas.openxmlformats.org/drawingml/2006/main">
            <a:off x="6372225" y="2047875"/>
            <a:ext cx="4572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0" i="0">
                <a:solidFill>
                  <a:srgbClr val="1E2D3C"/>
                </a:solidFill>
                <a:latin typeface="Georgia"/>
                <a:ea typeface="Georgia"/>
                <a:cs typeface="Georgia"/>
              </a:defRPr>
            </a:defPPr>
          </a:lstStyle>
          <a:p xmlns:a="http://schemas.openxmlformats.org/drawingml/2006/main">
            <a:pPr algn="l">
              <a:defRPr sz="2175" b="0" i="0">
                <a:solidFill>
                  <a:srgbClr val="1E2D3C"/>
                </a:solidFill>
                <a:latin typeface="Georgia"/>
                <a:ea typeface="Georgia"/>
                <a:cs typeface="Georgia"/>
              </a:defRPr>
            </a:pPr>
            <a:r>
              <a:rPr sz="2175" b="0" i="0">
                <a:solidFill>
                  <a:srgbClr val="1E2D3C"/>
                </a:solidFill>
                <a:latin typeface="Georgia"/>
                <a:ea typeface="Georgia"/>
                <a:cs typeface="Georgia"/>
              </a:rPr>
              <a:t>Feedback pengguna,</a:t>
            </a:r>
          </a:p>
          <a:p xmlns:a="http://schemas.openxmlformats.org/drawingml/2006/main">
            <a:pPr algn="l">
              <a:defRPr sz="2175" b="0" i="0">
                <a:solidFill>
                  <a:srgbClr val="1E2D3C"/>
                </a:solidFill>
                <a:latin typeface="Georgia"/>
                <a:ea typeface="Georgia"/>
                <a:cs typeface="Georgia"/>
              </a:defRPr>
            </a:pPr>
            <a:r>
              <a:rPr sz="2175" b="0" i="0">
                <a:solidFill>
                  <a:srgbClr val="1E2D3C"/>
                </a:solidFill>
                <a:latin typeface="Georgia"/>
                <a:ea typeface="Georgia"/>
                <a:cs typeface="Georgia"/>
              </a:rPr>
              <a:t>metrik waktu review, dan</a:t>
            </a:r>
          </a:p>
          <a:p xmlns:a="http://schemas.openxmlformats.org/drawingml/2006/main">
            <a:pPr algn="l">
              <a:defRPr sz="2175" b="0" i="0">
                <a:solidFill>
                  <a:srgbClr val="1E2D3C"/>
                </a:solidFill>
                <a:latin typeface="Georgia"/>
                <a:ea typeface="Georgia"/>
                <a:cs typeface="Georgia"/>
              </a:defRPr>
            </a:pPr>
            <a:r>
              <a:rPr sz="2175" b="0" i="0">
                <a:solidFill>
                  <a:srgbClr val="1E2D3C"/>
                </a:solidFill>
                <a:latin typeface="Georgia"/>
                <a:ea typeface="Georgia"/>
                <a:cs typeface="Georgia"/>
              </a:rPr>
              <a:t>acceptance rate belum tersedia.</a:t>
            </a:r>
          </a:p>
        </p:txBody>
      </p:sp>
      <p:sp>
        <p:nvSpPr>
          <p:cNvPr id="19" name="">
            <a:extLst xmlns:a="http://schemas.openxmlformats.org/drawingml/2006/main">
              <a:ext uri="{FF2B5EF4-FFF2-40B4-BE49-F238E27FC236}">
                <a16:creationId xmlns:a16="http://schemas.microsoft.com/office/drawing/2014/main" id="{15BD3C4D-FD86-4CCC-B46A-F8B2F0C1B747}"/>
              </a:ext>
            </a:extLst>
          </p:cNvPr>
          <p:cNvSpPr>
            <a:spLocks xmlns:a="http://schemas.openxmlformats.org/drawingml/2006/main" noGrp="1"/>
          </p:cNvSpPr>
          <p:nvPr/>
        </p:nvSpPr>
        <p:spPr>
          <a:xfrm xmlns:a="http://schemas.openxmlformats.org/drawingml/2006/main">
            <a:off x="6372225" y="3533775"/>
            <a:ext cx="447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E2D3C"/>
                </a:solidFill>
                <a:latin typeface="Arial"/>
                <a:ea typeface="Arial"/>
                <a:cs typeface="Arial"/>
              </a:defRPr>
            </a:defPPr>
          </a:lstStyle>
          <a:p xmlns:a="http://schemas.openxmlformats.org/drawingml/2006/main">
            <a:pPr algn="l">
              <a:defRPr sz="1275" b="1" i="0">
                <a:solidFill>
                  <a:srgbClr val="1E2D3C"/>
                </a:solidFill>
                <a:latin typeface="Arial"/>
                <a:ea typeface="Arial"/>
                <a:cs typeface="Arial"/>
              </a:defRPr>
            </a:pPr>
            <a:r>
              <a:rPr sz="1275" b="1" i="0">
                <a:solidFill>
                  <a:srgbClr val="1E2D3C"/>
                </a:solidFill>
                <a:latin typeface="Arial"/>
                <a:ea typeface="Arial"/>
                <a:cs typeface="Arial"/>
              </a:rPr>
              <a:t>Pertanyaan untuk mentoring Komdigi</a:t>
            </a:r>
          </a:p>
        </p:txBody>
      </p:sp>
      <p:sp>
        <p:nvSpPr>
          <p:cNvPr id="20" name="">
            <a:extLst xmlns:a="http://schemas.openxmlformats.org/drawingml/2006/main">
              <a:ext uri="{FF2B5EF4-FFF2-40B4-BE49-F238E27FC236}">
                <a16:creationId xmlns:a16="http://schemas.microsoft.com/office/drawing/2014/main" id="{8EB5A901-A17B-460E-80E7-D50B5FE56AA2}"/>
              </a:ext>
            </a:extLst>
          </p:cNvPr>
          <p:cNvSpPr>
            <a:spLocks xmlns:a="http://schemas.openxmlformats.org/drawingml/2006/main" noGrp="1"/>
          </p:cNvSpPr>
          <p:nvPr/>
        </p:nvSpPr>
        <p:spPr>
          <a:xfrm xmlns:a="http://schemas.openxmlformats.org/drawingml/2006/main">
            <a:off x="6372225" y="3905250"/>
            <a:ext cx="47625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1 · Aturan mana yang relevan bagi reviewer?</a:t>
            </a:r>
          </a:p>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2 · Bukti apa yang perlu ditampilkan agar alert dapat ditindaklanjuti?</a:t>
            </a:r>
          </a:p>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3 · Bagaimana mengukur false positive dan menjaga data?</a:t>
            </a:r>
          </a:p>
        </p:txBody>
      </p:sp>
      <p:sp>
        <p:nvSpPr>
          <p:cNvPr id="21" name="">
            <a:extLst xmlns:a="http://schemas.openxmlformats.org/drawingml/2006/main">
              <a:ext uri="{FF2B5EF4-FFF2-40B4-BE49-F238E27FC236}">
                <a16:creationId xmlns:a16="http://schemas.microsoft.com/office/drawing/2014/main" id="{0E83B3A5-92DD-4306-BB4B-171471609E29}"/>
              </a:ext>
            </a:extLst>
          </p:cNvPr>
          <p:cNvSpPr>
            <a:spLocks xmlns:a="http://schemas.openxmlformats.org/drawingml/2006/main" noGrp="1"/>
          </p:cNvSpPr>
          <p:nvPr/>
        </p:nvSpPr>
        <p:spPr>
          <a:xfrm xmlns:a="http://schemas.openxmlformats.org/drawingml/2006/main">
            <a:off x="762000" y="5514975"/>
            <a:ext cx="106680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B107F38-03D2-49BF-A57E-7DD4BE77BA67}"/>
              </a:ext>
            </a:extLst>
          </p:cNvPr>
          <p:cNvSpPr>
            <a:spLocks xmlns:a="http://schemas.openxmlformats.org/drawingml/2006/main" noGrp="1"/>
          </p:cNvSpPr>
          <p:nvPr/>
        </p:nvSpPr>
        <p:spPr>
          <a:xfrm xmlns:a="http://schemas.openxmlformats.org/drawingml/2006/main">
            <a:off x="762000" y="5724525"/>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E2D3C"/>
                </a:solidFill>
                <a:latin typeface="Arial"/>
                <a:ea typeface="Arial"/>
                <a:cs typeface="Arial"/>
              </a:defRPr>
            </a:defPPr>
          </a:lstStyle>
          <a:p xmlns:a="http://schemas.openxmlformats.org/drawingml/2006/main">
            <a:pPr algn="l">
              <a:defRPr sz="1200" b="0" i="0">
                <a:solidFill>
                  <a:srgbClr val="1E2D3C"/>
                </a:solidFill>
                <a:latin typeface="Arial"/>
                <a:ea typeface="Arial"/>
                <a:cs typeface="Arial"/>
              </a:defRPr>
            </a:pPr>
            <a:r>
              <a:rPr sz="1200" b="0" i="0">
                <a:solidFill>
                  <a:srgbClr val="1E2D3C"/>
                </a:solidFill>
                <a:latin typeface="Arial"/>
                <a:ea typeface="Arial"/>
                <a:cs typeface="Arial"/>
              </a:rPr>
              <a:t>Pilot berikutnya: task-based test dengan PPK/ULP, dokumen berizin, waktu review, dan penilaian tiap temuan.</a:t>
            </a:r>
          </a:p>
        </p:txBody>
      </p:sp>
      <p:sp>
        <p:nvSpPr>
          <p:cNvPr id="23" name="">
            <a:extLst xmlns:a="http://schemas.openxmlformats.org/drawingml/2006/main">
              <a:ext uri="{FF2B5EF4-FFF2-40B4-BE49-F238E27FC236}">
                <a16:creationId xmlns:a16="http://schemas.microsoft.com/office/drawing/2014/main" id="{AB71130A-CAA2-47EA-9E10-FA1DC010C6A9}"/>
              </a:ext>
            </a:extLst>
          </p:cNvPr>
          <p:cNvSpPr>
            <a:spLocks xmlns:a="http://schemas.openxmlformats.org/drawingml/2006/main" noGrp="1"/>
          </p:cNvSpPr>
          <p:nvPr/>
        </p:nvSpPr>
        <p:spPr>
          <a:xfrm xmlns:a="http://schemas.openxmlformats.org/drawingml/2006/main">
            <a:off x="723900" y="6429375"/>
            <a:ext cx="107442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8514842-4D76-4C35-B5AD-68E938D9DB28}"/>
              </a:ext>
            </a:extLst>
          </p:cNvPr>
          <p:cNvSpPr>
            <a:spLocks xmlns:a="http://schemas.openxmlformats.org/drawingml/2006/main" noGrp="1"/>
          </p:cNvSpPr>
          <p:nvPr/>
        </p:nvSpPr>
        <p:spPr>
          <a:xfrm xmlns:a="http://schemas.openxmlformats.org/drawingml/2006/main">
            <a:off x="723900" y="65436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BIDSENTRY AI · IBM SKILLSBUILD 2026</a:t>
            </a:r>
          </a:p>
        </p:txBody>
      </p:sp>
      <p:sp>
        <p:nvSpPr>
          <p:cNvPr id="25" name="">
            <a:extLst xmlns:a="http://schemas.openxmlformats.org/drawingml/2006/main">
              <a:ext uri="{FF2B5EF4-FFF2-40B4-BE49-F238E27FC236}">
                <a16:creationId xmlns:a16="http://schemas.microsoft.com/office/drawing/2014/main" id="{B3B93F4B-3E27-45B3-9A58-E24454C67349}"/>
              </a:ext>
            </a:extLst>
          </p:cNvPr>
          <p:cNvSpPr>
            <a:spLocks xmlns:a="http://schemas.openxmlformats.org/drawingml/2006/main" noGrp="1"/>
          </p:cNvSpPr>
          <p:nvPr/>
        </p:nvSpPr>
        <p:spPr>
          <a:xfrm xmlns:a="http://schemas.openxmlformats.org/drawingml/2006/main">
            <a:off x="10668000" y="6543675"/>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65717B"/>
                </a:solidFill>
                <a:latin typeface="Arial"/>
                <a:ea typeface="Arial"/>
                <a:cs typeface="Arial"/>
              </a:defRPr>
            </a:defPPr>
          </a:lstStyle>
          <a:p xmlns:a="http://schemas.openxmlformats.org/drawingml/2006/main">
            <a:pPr algn="r">
              <a:defRPr sz="825" b="0" i="0">
                <a:solidFill>
                  <a:srgbClr val="65717B"/>
                </a:solidFill>
                <a:latin typeface="Arial"/>
                <a:ea typeface="Arial"/>
                <a:cs typeface="Arial"/>
              </a:defRPr>
            </a:pPr>
            <a:r>
              <a:rPr sz="825" b="0" i="0">
                <a:solidFill>
                  <a:srgbClr val="65717B"/>
                </a:solidFill>
                <a:latin typeface="Arial"/>
                <a:ea typeface="Arial"/>
                <a:cs typeface="Arial"/>
              </a:rPr>
              <a:t>07 / 10</a:t>
            </a:r>
          </a:p>
        </p:txBody>
      </p:sp>
    </p:spTree>
    <p:extLst>
      <p:ext uri="{BB962C8B-B14F-4D97-AF65-F5344CB8AC3E}">
        <p14:creationId xmlns:p14="http://schemas.microsoft.com/office/powerpoint/2010/main" val="1906867808"/>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AA31AD8-988A-4656-BCDE-18879DFF9D5F}"/>
              </a:ext>
            </a:extLst>
          </p:cNvPr>
          <p:cNvSpPr>
            <a:spLocks xmlns:a="http://schemas.openxmlformats.org/drawingml/2006/main" noGrp="1"/>
          </p:cNvSpPr>
          <p:nvPr/>
        </p:nvSpPr>
        <p:spPr>
          <a:xfrm xmlns:a="http://schemas.openxmlformats.org/drawingml/2006/main">
            <a:off x="723900" y="4572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0" i="0">
                <a:solidFill>
                  <a:srgbClr val="1E2D3C"/>
                </a:solidFill>
                <a:latin typeface="Georgia"/>
                <a:ea typeface="Georgia"/>
                <a:cs typeface="Georgia"/>
              </a:defRPr>
            </a:defPPr>
          </a:lstStyle>
          <a:p xmlns:a="http://schemas.openxmlformats.org/drawingml/2006/main">
            <a:pPr algn="l">
              <a:defRPr sz="2925" b="0" i="0">
                <a:solidFill>
                  <a:srgbClr val="1E2D3C"/>
                </a:solidFill>
                <a:latin typeface="Georgia"/>
                <a:ea typeface="Georgia"/>
                <a:cs typeface="Georgia"/>
              </a:defRPr>
            </a:pPr>
            <a:r>
              <a:rPr sz="2925" b="0" i="0">
                <a:solidFill>
                  <a:srgbClr val="1E2D3C"/>
                </a:solidFill>
                <a:latin typeface="Georgia"/>
                <a:ea typeface="Georgia"/>
                <a:cs typeface="Georgia"/>
              </a:rPr>
              <a:t>Demo produk · maksimal 7 menit</a:t>
            </a:r>
          </a:p>
        </p:txBody>
      </p:sp>
      <p:sp>
        <p:nvSpPr>
          <p:cNvPr id="2" name="">
            <a:extLst xmlns:a="http://schemas.openxmlformats.org/drawingml/2006/main">
              <a:ext uri="{FF2B5EF4-FFF2-40B4-BE49-F238E27FC236}">
                <a16:creationId xmlns:a16="http://schemas.microsoft.com/office/drawing/2014/main" id="{8A623872-EC41-4D27-8A3C-C30387656A98}"/>
              </a:ext>
            </a:extLst>
          </p:cNvPr>
          <p:cNvSpPr>
            <a:spLocks xmlns:a="http://schemas.openxmlformats.org/drawingml/2006/main" noGrp="1"/>
          </p:cNvSpPr>
          <p:nvPr/>
        </p:nvSpPr>
        <p:spPr>
          <a:xfrm xmlns:a="http://schemas.openxmlformats.org/drawingml/2006/main">
            <a:off x="742950" y="1057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5717B"/>
                </a:solidFill>
                <a:latin typeface="Arial"/>
                <a:ea typeface="Arial"/>
                <a:cs typeface="Arial"/>
              </a:defRPr>
            </a:defPPr>
          </a:lstStyle>
          <a:p xmlns:a="http://schemas.openxmlformats.org/drawingml/2006/main">
            <a:pPr algn="l">
              <a:defRPr sz="1275" b="0" i="0">
                <a:solidFill>
                  <a:srgbClr val="65717B"/>
                </a:solidFill>
                <a:latin typeface="Arial"/>
                <a:ea typeface="Arial"/>
                <a:cs typeface="Arial"/>
              </a:defRPr>
            </a:pPr>
            <a:r>
              <a:rPr sz="1275" b="0" i="0">
                <a:solidFill>
                  <a:srgbClr val="65717B"/>
                </a:solidFill>
                <a:latin typeface="Arial"/>
                <a:ea typeface="Arial"/>
                <a:cs typeface="Arial"/>
              </a:rPr>
              <a:t>Tautan YouTube Unlisted diisi setelah video diunggah</a:t>
            </a:r>
          </a:p>
        </p:txBody>
      </p:sp>
      <p:sp>
        <p:nvSpPr>
          <p:cNvPr id="3" name="">
            <a:extLst xmlns:a="http://schemas.openxmlformats.org/drawingml/2006/main">
              <a:ext uri="{FF2B5EF4-FFF2-40B4-BE49-F238E27FC236}">
                <a16:creationId xmlns:a16="http://schemas.microsoft.com/office/drawing/2014/main" id="{DDD81A83-E681-4ACC-8A4F-CF625ABBDC4C}"/>
              </a:ext>
            </a:extLst>
          </p:cNvPr>
          <p:cNvSpPr>
            <a:spLocks xmlns:a="http://schemas.openxmlformats.org/drawingml/2006/main" noGrp="1"/>
          </p:cNvSpPr>
          <p:nvPr/>
        </p:nvSpPr>
        <p:spPr>
          <a:xfrm xmlns:a="http://schemas.openxmlformats.org/drawingml/2006/main">
            <a:off x="723900" y="1600200"/>
            <a:ext cx="5048250" cy="3486150"/>
          </a:xfrm>
          <a:prstGeom xmlns:a="http://schemas.openxmlformats.org/drawingml/2006/main" prst="roundRect">
            <a:avLst>
              <a:gd name="adj" fmla="val 4918"/>
            </a:avLst>
          </a:prstGeom>
          <a:solidFill xmlns:a="http://schemas.openxmlformats.org/drawingml/2006/main">
            <a:srgbClr val="1E2D3C"/>
          </a:solidFill>
          <a:ln xmlns:a="http://schemas.openxmlformats.org/drawingml/2006/main" w="9525">
            <a:solidFill>
              <a:srgbClr val="1E2D3C"/>
            </a:solidFill>
            <a:prstDash val="solid"/>
          </a:ln>
        </p:spPr>
      </p:sp>
      <p:sp>
        <p:nvSpPr>
          <p:cNvPr id="4" name="">
            <a:extLst xmlns:a="http://schemas.openxmlformats.org/drawingml/2006/main">
              <a:ext uri="{FF2B5EF4-FFF2-40B4-BE49-F238E27FC236}">
                <a16:creationId xmlns:a16="http://schemas.microsoft.com/office/drawing/2014/main" id="{1C7FBF7C-309F-44A1-9403-E58BEB508D08}"/>
              </a:ext>
            </a:extLst>
          </p:cNvPr>
          <p:cNvSpPr>
            <a:spLocks xmlns:a="http://schemas.openxmlformats.org/drawingml/2006/main" noGrp="1"/>
          </p:cNvSpPr>
          <p:nvPr/>
        </p:nvSpPr>
        <p:spPr>
          <a:xfrm xmlns:a="http://schemas.openxmlformats.org/drawingml/2006/main">
            <a:off x="2686050" y="2457450"/>
            <a:ext cx="1123950" cy="1123950"/>
          </a:xfrm>
          <a:prstGeom xmlns:a="http://schemas.openxmlformats.org/drawingml/2006/main" prst="ellipse">
            <a:avLst/>
          </a:prstGeom>
          <a:solidFill xmlns:a="http://schemas.openxmlformats.org/drawingml/2006/main">
            <a:srgbClr val="2D43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C2C5523-77BD-4D8F-88E7-65F4887836DF}"/>
              </a:ext>
            </a:extLst>
          </p:cNvPr>
          <p:cNvSpPr>
            <a:spLocks xmlns:a="http://schemas.openxmlformats.org/drawingml/2006/main" noGrp="1"/>
          </p:cNvSpPr>
          <p:nvPr/>
        </p:nvSpPr>
        <p:spPr>
          <a:xfrm xmlns:a="http://schemas.openxmlformats.org/drawingml/2006/main" rot="5400000">
            <a:off x="3067050" y="2781300"/>
            <a:ext cx="381000" cy="457200"/>
          </a:xfrm>
          <a:prstGeom xmlns:a="http://schemas.openxmlformats.org/drawingml/2006/main" prst="triangle">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F75E7700-8BAE-49CD-9809-D43D776B67A3}"/>
              </a:ext>
            </a:extLst>
          </p:cNvPr>
          <p:cNvSpPr>
            <a:spLocks xmlns:a="http://schemas.openxmlformats.org/drawingml/2006/main" noGrp="1"/>
          </p:cNvSpPr>
          <p:nvPr/>
        </p:nvSpPr>
        <p:spPr>
          <a:xfrm xmlns:a="http://schemas.openxmlformats.org/drawingml/2006/main">
            <a:off x="1247775" y="3962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D6E1E9"/>
                </a:solidFill>
                <a:latin typeface="Arial"/>
                <a:ea typeface="Arial"/>
                <a:cs typeface="Arial"/>
              </a:defRPr>
            </a:defPPr>
          </a:lstStyle>
          <a:p xmlns:a="http://schemas.openxmlformats.org/drawingml/2006/main">
            <a:pPr algn="ctr">
              <a:defRPr sz="975" b="1" i="0">
                <a:solidFill>
                  <a:srgbClr val="D6E1E9"/>
                </a:solidFill>
                <a:latin typeface="Arial"/>
                <a:ea typeface="Arial"/>
                <a:cs typeface="Arial"/>
              </a:defRPr>
            </a:pPr>
            <a:r>
              <a:rPr sz="975" b="1" i="0">
                <a:solidFill>
                  <a:srgbClr val="D6E1E9"/>
                </a:solidFill>
                <a:latin typeface="Arial"/>
                <a:ea typeface="Arial"/>
                <a:cs typeface="Arial"/>
              </a:rPr>
              <a:t>SLOT VIDEO DEMO</a:t>
            </a:r>
          </a:p>
        </p:txBody>
      </p:sp>
      <p:sp>
        <p:nvSpPr>
          <p:cNvPr id="7" name="">
            <a:extLst xmlns:a="http://schemas.openxmlformats.org/drawingml/2006/main">
              <a:ext uri="{FF2B5EF4-FFF2-40B4-BE49-F238E27FC236}">
                <a16:creationId xmlns:a16="http://schemas.microsoft.com/office/drawing/2014/main" id="{180EB6D1-782B-43BD-AEB0-E8F2670F9F07}"/>
              </a:ext>
            </a:extLst>
          </p:cNvPr>
          <p:cNvSpPr>
            <a:spLocks xmlns:a="http://schemas.openxmlformats.org/drawingml/2006/main" noGrp="1"/>
          </p:cNvSpPr>
          <p:nvPr/>
        </p:nvSpPr>
        <p:spPr>
          <a:xfrm xmlns:a="http://schemas.openxmlformats.org/drawingml/2006/main">
            <a:off x="1143000" y="4286250"/>
            <a:ext cx="421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i="0">
                <a:solidFill>
                  <a:srgbClr val="FFFFFF"/>
                </a:solidFill>
                <a:latin typeface="Arial"/>
                <a:ea typeface="Arial"/>
                <a:cs typeface="Arial"/>
              </a:defRPr>
            </a:defPPr>
          </a:lstStyle>
          <a:p xmlns:a="http://schemas.openxmlformats.org/drawingml/2006/main">
            <a:pPr algn="ctr">
              <a:defRPr sz="1275" b="0" i="0">
                <a:solidFill>
                  <a:srgbClr val="FFFFFF"/>
                </a:solidFill>
                <a:latin typeface="Arial"/>
                <a:ea typeface="Arial"/>
                <a:cs typeface="Arial"/>
              </a:defRPr>
            </a:pPr>
            <a:r>
              <a:rPr sz="1275" b="0" i="0">
                <a:solidFill>
                  <a:srgbClr val="FFFFFF"/>
                </a:solidFill>
                <a:latin typeface="Arial"/>
                <a:ea typeface="Arial"/>
                <a:cs typeface="Arial"/>
              </a:rPr>
              <a:t>Tempel tautan YouTube Unlisted</a:t>
            </a:r>
          </a:p>
          <a:p xmlns:a="http://schemas.openxmlformats.org/drawingml/2006/main">
            <a:pPr algn="ctr">
              <a:defRPr sz="1275" b="0" i="0">
                <a:solidFill>
                  <a:srgbClr val="FFFFFF"/>
                </a:solidFill>
                <a:latin typeface="Arial"/>
                <a:ea typeface="Arial"/>
                <a:cs typeface="Arial"/>
              </a:defRPr>
            </a:pPr>
            <a:r>
              <a:rPr sz="1275" b="0" i="0">
                <a:solidFill>
                  <a:srgbClr val="FFFFFF"/>
                </a:solidFill>
                <a:latin typeface="Arial"/>
                <a:ea typeface="Arial"/>
                <a:cs typeface="Arial"/>
              </a:rPr>
              <a:t>setelah video selesai diunggah</a:t>
            </a:r>
          </a:p>
        </p:txBody>
      </p:sp>
      <p:sp>
        <p:nvSpPr>
          <p:cNvPr id="8" name="">
            <a:extLst xmlns:a="http://schemas.openxmlformats.org/drawingml/2006/main">
              <a:ext uri="{FF2B5EF4-FFF2-40B4-BE49-F238E27FC236}">
                <a16:creationId xmlns:a16="http://schemas.microsoft.com/office/drawing/2014/main" id="{E2609F0E-14ED-466D-8B38-751825B02A1E}"/>
              </a:ext>
            </a:extLst>
          </p:cNvPr>
          <p:cNvSpPr>
            <a:spLocks xmlns:a="http://schemas.openxmlformats.org/drawingml/2006/main" noGrp="1"/>
          </p:cNvSpPr>
          <p:nvPr/>
        </p:nvSpPr>
        <p:spPr>
          <a:xfrm xmlns:a="http://schemas.openxmlformats.org/drawingml/2006/main">
            <a:off x="6334125" y="1600200"/>
            <a:ext cx="466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3B8B68"/>
                </a:solidFill>
                <a:latin typeface="Arial"/>
                <a:ea typeface="Arial"/>
                <a:cs typeface="Arial"/>
              </a:defRPr>
            </a:defPPr>
          </a:lstStyle>
          <a:p xmlns:a="http://schemas.openxmlformats.org/drawingml/2006/main">
            <a:pPr algn="l">
              <a:defRPr sz="900" b="1" i="0">
                <a:solidFill>
                  <a:srgbClr val="3B8B68"/>
                </a:solidFill>
                <a:latin typeface="Arial"/>
                <a:ea typeface="Arial"/>
                <a:cs typeface="Arial"/>
              </a:defRPr>
            </a:pPr>
            <a:r>
              <a:rPr sz="900" b="1" i="0">
                <a:solidFill>
                  <a:srgbClr val="3B8B68"/>
                </a:solidFill>
                <a:latin typeface="Arial"/>
                <a:ea typeface="Arial"/>
                <a:cs typeface="Arial"/>
              </a:rPr>
              <a:t>RUN-DOWN 6:30</a:t>
            </a:r>
          </a:p>
        </p:txBody>
      </p:sp>
      <p:sp>
        <p:nvSpPr>
          <p:cNvPr id="9" name="">
            <a:extLst xmlns:a="http://schemas.openxmlformats.org/drawingml/2006/main">
              <a:ext uri="{FF2B5EF4-FFF2-40B4-BE49-F238E27FC236}">
                <a16:creationId xmlns:a16="http://schemas.microsoft.com/office/drawing/2014/main" id="{E2BF3D5B-5DF1-4AC5-BF8B-ED300F8950B5}"/>
              </a:ext>
            </a:extLst>
          </p:cNvPr>
          <p:cNvSpPr>
            <a:spLocks xmlns:a="http://schemas.openxmlformats.org/drawingml/2006/main" noGrp="1"/>
          </p:cNvSpPr>
          <p:nvPr/>
        </p:nvSpPr>
        <p:spPr>
          <a:xfrm xmlns:a="http://schemas.openxmlformats.org/drawingml/2006/main">
            <a:off x="6334125" y="2000250"/>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B8B68"/>
                </a:solidFill>
                <a:latin typeface="Arial"/>
                <a:ea typeface="Arial"/>
                <a:cs typeface="Arial"/>
              </a:defRPr>
            </a:defPPr>
          </a:lstStyle>
          <a:p xmlns:a="http://schemas.openxmlformats.org/drawingml/2006/main">
            <a:pPr algn="l">
              <a:defRPr sz="1050" b="1" i="0">
                <a:solidFill>
                  <a:srgbClr val="3B8B68"/>
                </a:solidFill>
                <a:latin typeface="Arial"/>
                <a:ea typeface="Arial"/>
                <a:cs typeface="Arial"/>
              </a:defRPr>
            </a:pPr>
            <a:r>
              <a:rPr sz="1050" b="1" i="0">
                <a:solidFill>
                  <a:srgbClr val="3B8B68"/>
                </a:solidFill>
                <a:latin typeface="Arial"/>
                <a:ea typeface="Arial"/>
                <a:cs typeface="Arial"/>
              </a:rPr>
              <a:t>00:00</a:t>
            </a:r>
          </a:p>
        </p:txBody>
      </p:sp>
      <p:sp>
        <p:nvSpPr>
          <p:cNvPr id="10" name="">
            <a:extLst xmlns:a="http://schemas.openxmlformats.org/drawingml/2006/main">
              <a:ext uri="{FF2B5EF4-FFF2-40B4-BE49-F238E27FC236}">
                <a16:creationId xmlns:a16="http://schemas.microsoft.com/office/drawing/2014/main" id="{FDF3F5FC-4554-45FD-8C33-6BC7DC68EA41}"/>
              </a:ext>
            </a:extLst>
          </p:cNvPr>
          <p:cNvSpPr>
            <a:spLocks xmlns:a="http://schemas.openxmlformats.org/drawingml/2006/main" noGrp="1"/>
          </p:cNvSpPr>
          <p:nvPr/>
        </p:nvSpPr>
        <p:spPr>
          <a:xfrm xmlns:a="http://schemas.openxmlformats.org/drawingml/2006/main">
            <a:off x="7239000" y="1990725"/>
            <a:ext cx="4029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E2D3C"/>
                </a:solidFill>
                <a:latin typeface="Arial"/>
                <a:ea typeface="Arial"/>
                <a:cs typeface="Arial"/>
              </a:defRPr>
            </a:defPPr>
          </a:lstStyle>
          <a:p xmlns:a="http://schemas.openxmlformats.org/drawingml/2006/main">
            <a:pPr algn="l">
              <a:defRPr sz="1200" b="0" i="0">
                <a:solidFill>
                  <a:srgbClr val="1E2D3C"/>
                </a:solidFill>
                <a:latin typeface="Arial"/>
                <a:ea typeface="Arial"/>
                <a:cs typeface="Arial"/>
              </a:defRPr>
            </a:pPr>
            <a:r>
              <a:rPr sz="1200" b="0" i="0">
                <a:solidFill>
                  <a:srgbClr val="1E2D3C"/>
                </a:solidFill>
                <a:latin typeface="Arial"/>
                <a:ea typeface="Arial"/>
                <a:cs typeface="Arial"/>
              </a:rPr>
              <a:t>Dashboard dan data sintetis</a:t>
            </a:r>
          </a:p>
        </p:txBody>
      </p:sp>
      <p:sp>
        <p:nvSpPr>
          <p:cNvPr id="11" name="">
            <a:extLst xmlns:a="http://schemas.openxmlformats.org/drawingml/2006/main">
              <a:ext uri="{FF2B5EF4-FFF2-40B4-BE49-F238E27FC236}">
                <a16:creationId xmlns:a16="http://schemas.microsoft.com/office/drawing/2014/main" id="{87C9C752-88B1-41C7-9A54-C4D1F6968036}"/>
              </a:ext>
            </a:extLst>
          </p:cNvPr>
          <p:cNvSpPr>
            <a:spLocks xmlns:a="http://schemas.openxmlformats.org/drawingml/2006/main" noGrp="1"/>
          </p:cNvSpPr>
          <p:nvPr/>
        </p:nvSpPr>
        <p:spPr>
          <a:xfrm xmlns:a="http://schemas.openxmlformats.org/drawingml/2006/main">
            <a:off x="6334125" y="2343150"/>
            <a:ext cx="493395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F2CDFA0-3011-44AD-ADDE-9555DC77EDA9}"/>
              </a:ext>
            </a:extLst>
          </p:cNvPr>
          <p:cNvSpPr>
            <a:spLocks xmlns:a="http://schemas.openxmlformats.org/drawingml/2006/main" noGrp="1"/>
          </p:cNvSpPr>
          <p:nvPr/>
        </p:nvSpPr>
        <p:spPr>
          <a:xfrm xmlns:a="http://schemas.openxmlformats.org/drawingml/2006/main">
            <a:off x="6334125" y="2647950"/>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B8B68"/>
                </a:solidFill>
                <a:latin typeface="Arial"/>
                <a:ea typeface="Arial"/>
                <a:cs typeface="Arial"/>
              </a:defRPr>
            </a:defPPr>
          </a:lstStyle>
          <a:p xmlns:a="http://schemas.openxmlformats.org/drawingml/2006/main">
            <a:pPr algn="l">
              <a:defRPr sz="1050" b="1" i="0">
                <a:solidFill>
                  <a:srgbClr val="3B8B68"/>
                </a:solidFill>
                <a:latin typeface="Arial"/>
                <a:ea typeface="Arial"/>
                <a:cs typeface="Arial"/>
              </a:defRPr>
            </a:pPr>
            <a:r>
              <a:rPr sz="1050" b="1" i="0">
                <a:solidFill>
                  <a:srgbClr val="3B8B68"/>
                </a:solidFill>
                <a:latin typeface="Arial"/>
                <a:ea typeface="Arial"/>
                <a:cs typeface="Arial"/>
              </a:rPr>
              <a:t>00:45</a:t>
            </a:r>
          </a:p>
        </p:txBody>
      </p:sp>
      <p:sp>
        <p:nvSpPr>
          <p:cNvPr id="13" name="">
            <a:extLst xmlns:a="http://schemas.openxmlformats.org/drawingml/2006/main">
              <a:ext uri="{FF2B5EF4-FFF2-40B4-BE49-F238E27FC236}">
                <a16:creationId xmlns:a16="http://schemas.microsoft.com/office/drawing/2014/main" id="{580DD9E8-1B96-457F-AD53-F0768751C153}"/>
              </a:ext>
            </a:extLst>
          </p:cNvPr>
          <p:cNvSpPr>
            <a:spLocks xmlns:a="http://schemas.openxmlformats.org/drawingml/2006/main" noGrp="1"/>
          </p:cNvSpPr>
          <p:nvPr/>
        </p:nvSpPr>
        <p:spPr>
          <a:xfrm xmlns:a="http://schemas.openxmlformats.org/drawingml/2006/main">
            <a:off x="7239000" y="2638425"/>
            <a:ext cx="4029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E2D3C"/>
                </a:solidFill>
                <a:latin typeface="Arial"/>
                <a:ea typeface="Arial"/>
                <a:cs typeface="Arial"/>
              </a:defRPr>
            </a:defPPr>
          </a:lstStyle>
          <a:p xmlns:a="http://schemas.openxmlformats.org/drawingml/2006/main">
            <a:pPr algn="l">
              <a:defRPr sz="1200" b="0" i="0">
                <a:solidFill>
                  <a:srgbClr val="1E2D3C"/>
                </a:solidFill>
                <a:latin typeface="Arial"/>
                <a:ea typeface="Arial"/>
                <a:cs typeface="Arial"/>
              </a:defRPr>
            </a:pPr>
            <a:r>
              <a:rPr sz="1200" b="0" i="0">
                <a:solidFill>
                  <a:srgbClr val="1E2D3C"/>
                </a:solidFill>
                <a:latin typeface="Arial"/>
                <a:ea typeface="Arial"/>
                <a:cs typeface="Arial"/>
              </a:rPr>
              <a:t>Jalankan audit dokumen</a:t>
            </a:r>
          </a:p>
        </p:txBody>
      </p:sp>
      <p:sp>
        <p:nvSpPr>
          <p:cNvPr id="14" name="">
            <a:extLst xmlns:a="http://schemas.openxmlformats.org/drawingml/2006/main">
              <a:ext uri="{FF2B5EF4-FFF2-40B4-BE49-F238E27FC236}">
                <a16:creationId xmlns:a16="http://schemas.microsoft.com/office/drawing/2014/main" id="{EB388FE0-0EBB-479C-A9C0-F24563F7E65D}"/>
              </a:ext>
            </a:extLst>
          </p:cNvPr>
          <p:cNvSpPr>
            <a:spLocks xmlns:a="http://schemas.openxmlformats.org/drawingml/2006/main" noGrp="1"/>
          </p:cNvSpPr>
          <p:nvPr/>
        </p:nvSpPr>
        <p:spPr>
          <a:xfrm xmlns:a="http://schemas.openxmlformats.org/drawingml/2006/main">
            <a:off x="6334125" y="2990850"/>
            <a:ext cx="493395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E69F7DD-160A-42D9-926D-A613E70B97E1}"/>
              </a:ext>
            </a:extLst>
          </p:cNvPr>
          <p:cNvSpPr>
            <a:spLocks xmlns:a="http://schemas.openxmlformats.org/drawingml/2006/main" noGrp="1"/>
          </p:cNvSpPr>
          <p:nvPr/>
        </p:nvSpPr>
        <p:spPr>
          <a:xfrm xmlns:a="http://schemas.openxmlformats.org/drawingml/2006/main">
            <a:off x="6334125" y="3295650"/>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B8B68"/>
                </a:solidFill>
                <a:latin typeface="Arial"/>
                <a:ea typeface="Arial"/>
                <a:cs typeface="Arial"/>
              </a:defRPr>
            </a:defPPr>
          </a:lstStyle>
          <a:p xmlns:a="http://schemas.openxmlformats.org/drawingml/2006/main">
            <a:pPr algn="l">
              <a:defRPr sz="1050" b="1" i="0">
                <a:solidFill>
                  <a:srgbClr val="3B8B68"/>
                </a:solidFill>
                <a:latin typeface="Arial"/>
                <a:ea typeface="Arial"/>
                <a:cs typeface="Arial"/>
              </a:defRPr>
            </a:pPr>
            <a:r>
              <a:rPr sz="1050" b="1" i="0">
                <a:solidFill>
                  <a:srgbClr val="3B8B68"/>
                </a:solidFill>
                <a:latin typeface="Arial"/>
                <a:ea typeface="Arial"/>
                <a:cs typeface="Arial"/>
              </a:rPr>
              <a:t>02:15</a:t>
            </a:r>
          </a:p>
        </p:txBody>
      </p:sp>
      <p:sp>
        <p:nvSpPr>
          <p:cNvPr id="16" name="">
            <a:extLst xmlns:a="http://schemas.openxmlformats.org/drawingml/2006/main">
              <a:ext uri="{FF2B5EF4-FFF2-40B4-BE49-F238E27FC236}">
                <a16:creationId xmlns:a16="http://schemas.microsoft.com/office/drawing/2014/main" id="{D4EF50C6-7129-4849-A6EC-03A59878E0B2}"/>
              </a:ext>
            </a:extLst>
          </p:cNvPr>
          <p:cNvSpPr>
            <a:spLocks xmlns:a="http://schemas.openxmlformats.org/drawingml/2006/main" noGrp="1"/>
          </p:cNvSpPr>
          <p:nvPr/>
        </p:nvSpPr>
        <p:spPr>
          <a:xfrm xmlns:a="http://schemas.openxmlformats.org/drawingml/2006/main">
            <a:off x="7239000" y="3286125"/>
            <a:ext cx="4029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E2D3C"/>
                </a:solidFill>
                <a:latin typeface="Arial"/>
                <a:ea typeface="Arial"/>
                <a:cs typeface="Arial"/>
              </a:defRPr>
            </a:defPPr>
          </a:lstStyle>
          <a:p xmlns:a="http://schemas.openxmlformats.org/drawingml/2006/main">
            <a:pPr algn="l">
              <a:defRPr sz="1200" b="0" i="0">
                <a:solidFill>
                  <a:srgbClr val="1E2D3C"/>
                </a:solidFill>
                <a:latin typeface="Arial"/>
                <a:ea typeface="Arial"/>
                <a:cs typeface="Arial"/>
              </a:defRPr>
            </a:pPr>
            <a:r>
              <a:rPr sz="1200" b="0" i="0">
                <a:solidFill>
                  <a:srgbClr val="1E2D3C"/>
                </a:solidFill>
                <a:latin typeface="Arial"/>
                <a:ea typeface="Arial"/>
                <a:cs typeface="Arial"/>
              </a:rPr>
              <a:t>Temuan, skor, dan bukti</a:t>
            </a:r>
          </a:p>
        </p:txBody>
      </p:sp>
      <p:sp>
        <p:nvSpPr>
          <p:cNvPr id="17" name="">
            <a:extLst xmlns:a="http://schemas.openxmlformats.org/drawingml/2006/main">
              <a:ext uri="{FF2B5EF4-FFF2-40B4-BE49-F238E27FC236}">
                <a16:creationId xmlns:a16="http://schemas.microsoft.com/office/drawing/2014/main" id="{633B7A9C-CAAB-4FF8-8E93-F4A47F5D91B1}"/>
              </a:ext>
            </a:extLst>
          </p:cNvPr>
          <p:cNvSpPr>
            <a:spLocks xmlns:a="http://schemas.openxmlformats.org/drawingml/2006/main" noGrp="1"/>
          </p:cNvSpPr>
          <p:nvPr/>
        </p:nvSpPr>
        <p:spPr>
          <a:xfrm xmlns:a="http://schemas.openxmlformats.org/drawingml/2006/main">
            <a:off x="6334125" y="3638550"/>
            <a:ext cx="493395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8219FC6-FAE3-4E76-B447-DA3DBB948551}"/>
              </a:ext>
            </a:extLst>
          </p:cNvPr>
          <p:cNvSpPr>
            <a:spLocks xmlns:a="http://schemas.openxmlformats.org/drawingml/2006/main" noGrp="1"/>
          </p:cNvSpPr>
          <p:nvPr/>
        </p:nvSpPr>
        <p:spPr>
          <a:xfrm xmlns:a="http://schemas.openxmlformats.org/drawingml/2006/main">
            <a:off x="6334125" y="3943350"/>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B8B68"/>
                </a:solidFill>
                <a:latin typeface="Arial"/>
                <a:ea typeface="Arial"/>
                <a:cs typeface="Arial"/>
              </a:defRPr>
            </a:defPPr>
          </a:lstStyle>
          <a:p xmlns:a="http://schemas.openxmlformats.org/drawingml/2006/main">
            <a:pPr algn="l">
              <a:defRPr sz="1050" b="1" i="0">
                <a:solidFill>
                  <a:srgbClr val="3B8B68"/>
                </a:solidFill>
                <a:latin typeface="Arial"/>
                <a:ea typeface="Arial"/>
                <a:cs typeface="Arial"/>
              </a:defRPr>
            </a:pPr>
            <a:r>
              <a:rPr sz="1050" b="1" i="0">
                <a:solidFill>
                  <a:srgbClr val="3B8B68"/>
                </a:solidFill>
                <a:latin typeface="Arial"/>
                <a:ea typeface="Arial"/>
                <a:cs typeface="Arial"/>
              </a:rPr>
              <a:t>04:30</a:t>
            </a:r>
          </a:p>
        </p:txBody>
      </p:sp>
      <p:sp>
        <p:nvSpPr>
          <p:cNvPr id="19" name="">
            <a:extLst xmlns:a="http://schemas.openxmlformats.org/drawingml/2006/main">
              <a:ext uri="{FF2B5EF4-FFF2-40B4-BE49-F238E27FC236}">
                <a16:creationId xmlns:a16="http://schemas.microsoft.com/office/drawing/2014/main" id="{F1229AF9-A5C4-4B9B-9C24-4B14F6BA681F}"/>
              </a:ext>
            </a:extLst>
          </p:cNvPr>
          <p:cNvSpPr>
            <a:spLocks xmlns:a="http://schemas.openxmlformats.org/drawingml/2006/main" noGrp="1"/>
          </p:cNvSpPr>
          <p:nvPr/>
        </p:nvSpPr>
        <p:spPr>
          <a:xfrm xmlns:a="http://schemas.openxmlformats.org/drawingml/2006/main">
            <a:off x="7239000" y="3933825"/>
            <a:ext cx="4029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E2D3C"/>
                </a:solidFill>
                <a:latin typeface="Arial"/>
                <a:ea typeface="Arial"/>
                <a:cs typeface="Arial"/>
              </a:defRPr>
            </a:defPPr>
          </a:lstStyle>
          <a:p xmlns:a="http://schemas.openxmlformats.org/drawingml/2006/main">
            <a:pPr algn="l">
              <a:defRPr sz="1200" b="0" i="0">
                <a:solidFill>
                  <a:srgbClr val="1E2D3C"/>
                </a:solidFill>
                <a:latin typeface="Arial"/>
                <a:ea typeface="Arial"/>
                <a:cs typeface="Arial"/>
              </a:defRPr>
            </a:pPr>
            <a:r>
              <a:rPr sz="1200" b="0" i="0">
                <a:solidFill>
                  <a:srgbClr val="1E2D3C"/>
                </a:solidFill>
                <a:latin typeface="Arial"/>
                <a:ea typeface="Arial"/>
                <a:cs typeface="Arial"/>
              </a:rPr>
              <a:t>Cari, filter, dan ekspor</a:t>
            </a:r>
          </a:p>
        </p:txBody>
      </p:sp>
      <p:sp>
        <p:nvSpPr>
          <p:cNvPr id="20" name="">
            <a:extLst xmlns:a="http://schemas.openxmlformats.org/drawingml/2006/main">
              <a:ext uri="{FF2B5EF4-FFF2-40B4-BE49-F238E27FC236}">
                <a16:creationId xmlns:a16="http://schemas.microsoft.com/office/drawing/2014/main" id="{52995E95-31F0-4975-9977-CBE91E227E62}"/>
              </a:ext>
            </a:extLst>
          </p:cNvPr>
          <p:cNvSpPr>
            <a:spLocks xmlns:a="http://schemas.openxmlformats.org/drawingml/2006/main" noGrp="1"/>
          </p:cNvSpPr>
          <p:nvPr/>
        </p:nvSpPr>
        <p:spPr>
          <a:xfrm xmlns:a="http://schemas.openxmlformats.org/drawingml/2006/main">
            <a:off x="6334125" y="4286250"/>
            <a:ext cx="493395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A3AF223-E572-4F27-A094-E603680EA57B}"/>
              </a:ext>
            </a:extLst>
          </p:cNvPr>
          <p:cNvSpPr>
            <a:spLocks xmlns:a="http://schemas.openxmlformats.org/drawingml/2006/main" noGrp="1"/>
          </p:cNvSpPr>
          <p:nvPr/>
        </p:nvSpPr>
        <p:spPr>
          <a:xfrm xmlns:a="http://schemas.openxmlformats.org/drawingml/2006/main">
            <a:off x="6334125" y="4591050"/>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B8B68"/>
                </a:solidFill>
                <a:latin typeface="Arial"/>
                <a:ea typeface="Arial"/>
                <a:cs typeface="Arial"/>
              </a:defRPr>
            </a:defPPr>
          </a:lstStyle>
          <a:p xmlns:a="http://schemas.openxmlformats.org/drawingml/2006/main">
            <a:pPr algn="l">
              <a:defRPr sz="1050" b="1" i="0">
                <a:solidFill>
                  <a:srgbClr val="3B8B68"/>
                </a:solidFill>
                <a:latin typeface="Arial"/>
                <a:ea typeface="Arial"/>
                <a:cs typeface="Arial"/>
              </a:defRPr>
            </a:pPr>
            <a:r>
              <a:rPr sz="1050" b="1" i="0">
                <a:solidFill>
                  <a:srgbClr val="3B8B68"/>
                </a:solidFill>
                <a:latin typeface="Arial"/>
                <a:ea typeface="Arial"/>
                <a:cs typeface="Arial"/>
              </a:rPr>
              <a:t>05:45</a:t>
            </a:r>
          </a:p>
        </p:txBody>
      </p:sp>
      <p:sp>
        <p:nvSpPr>
          <p:cNvPr id="22" name="">
            <a:extLst xmlns:a="http://schemas.openxmlformats.org/drawingml/2006/main">
              <a:ext uri="{FF2B5EF4-FFF2-40B4-BE49-F238E27FC236}">
                <a16:creationId xmlns:a16="http://schemas.microsoft.com/office/drawing/2014/main" id="{824817E1-2096-49ED-9668-79E873F2B6BD}"/>
              </a:ext>
            </a:extLst>
          </p:cNvPr>
          <p:cNvSpPr>
            <a:spLocks xmlns:a="http://schemas.openxmlformats.org/drawingml/2006/main" noGrp="1"/>
          </p:cNvSpPr>
          <p:nvPr/>
        </p:nvSpPr>
        <p:spPr>
          <a:xfrm xmlns:a="http://schemas.openxmlformats.org/drawingml/2006/main">
            <a:off x="7239000" y="4581525"/>
            <a:ext cx="4029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E2D3C"/>
                </a:solidFill>
                <a:latin typeface="Arial"/>
                <a:ea typeface="Arial"/>
                <a:cs typeface="Arial"/>
              </a:defRPr>
            </a:defPPr>
          </a:lstStyle>
          <a:p xmlns:a="http://schemas.openxmlformats.org/drawingml/2006/main">
            <a:pPr algn="l">
              <a:defRPr sz="1200" b="0" i="0">
                <a:solidFill>
                  <a:srgbClr val="1E2D3C"/>
                </a:solidFill>
                <a:latin typeface="Arial"/>
                <a:ea typeface="Arial"/>
                <a:cs typeface="Arial"/>
              </a:defRPr>
            </a:pPr>
            <a:r>
              <a:rPr sz="1200" b="0" i="0">
                <a:solidFill>
                  <a:srgbClr val="1E2D3C"/>
                </a:solidFill>
                <a:latin typeface="Arial"/>
                <a:ea typeface="Arial"/>
                <a:cs typeface="Arial"/>
              </a:rPr>
              <a:t>Tindak lanjut simulasi; keputusan reviewer</a:t>
            </a:r>
          </a:p>
        </p:txBody>
      </p:sp>
      <p:sp>
        <p:nvSpPr>
          <p:cNvPr id="23" name="">
            <a:extLst xmlns:a="http://schemas.openxmlformats.org/drawingml/2006/main">
              <a:ext uri="{FF2B5EF4-FFF2-40B4-BE49-F238E27FC236}">
                <a16:creationId xmlns:a16="http://schemas.microsoft.com/office/drawing/2014/main" id="{359F2004-434B-4BB4-B2F3-AF2DFCEEE095}"/>
              </a:ext>
            </a:extLst>
          </p:cNvPr>
          <p:cNvSpPr>
            <a:spLocks xmlns:a="http://schemas.openxmlformats.org/drawingml/2006/main" noGrp="1"/>
          </p:cNvSpPr>
          <p:nvPr/>
        </p:nvSpPr>
        <p:spPr>
          <a:xfrm xmlns:a="http://schemas.openxmlformats.org/drawingml/2006/main">
            <a:off x="6334125" y="4933950"/>
            <a:ext cx="493395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83F6281-8A3F-44DC-A17C-0685E7CFFF56}"/>
              </a:ext>
            </a:extLst>
          </p:cNvPr>
          <p:cNvSpPr>
            <a:spLocks xmlns:a="http://schemas.openxmlformats.org/drawingml/2006/main" noGrp="1"/>
          </p:cNvSpPr>
          <p:nvPr/>
        </p:nvSpPr>
        <p:spPr>
          <a:xfrm xmlns:a="http://schemas.openxmlformats.org/drawingml/2006/main">
            <a:off x="6334125" y="5448300"/>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1">
                <a:solidFill>
                  <a:srgbClr val="65717B"/>
                </a:solidFill>
                <a:latin typeface="Arial"/>
                <a:ea typeface="Arial"/>
                <a:cs typeface="Arial"/>
              </a:defRPr>
            </a:defPPr>
          </a:lstStyle>
          <a:p xmlns:a="http://schemas.openxmlformats.org/drawingml/2006/main">
            <a:pPr algn="l">
              <a:defRPr sz="1050" b="0" i="1">
                <a:solidFill>
                  <a:srgbClr val="65717B"/>
                </a:solidFill>
                <a:latin typeface="Arial"/>
                <a:ea typeface="Arial"/>
                <a:cs typeface="Arial"/>
              </a:defRPr>
            </a:pPr>
            <a:r>
              <a:rPr sz="1050" b="0" i="1">
                <a:solidFill>
                  <a:srgbClr val="65717B"/>
                </a:solidFill>
                <a:latin typeface="Arial"/>
                <a:ea typeface="Arial"/>
                <a:cs typeface="Arial"/>
              </a:rPr>
              <a:t>Durasi akhir wajib ≤ 7:00 · gunakan fixture sintetis · tutup dengan batas keputusan otomatis.</a:t>
            </a:r>
          </a:p>
        </p:txBody>
      </p:sp>
      <p:sp>
        <p:nvSpPr>
          <p:cNvPr id="25" name="">
            <a:extLst xmlns:a="http://schemas.openxmlformats.org/drawingml/2006/main">
              <a:ext uri="{FF2B5EF4-FFF2-40B4-BE49-F238E27FC236}">
                <a16:creationId xmlns:a16="http://schemas.microsoft.com/office/drawing/2014/main" id="{6214E21A-9517-4CDF-920F-D5F17C0A06F7}"/>
              </a:ext>
            </a:extLst>
          </p:cNvPr>
          <p:cNvSpPr>
            <a:spLocks xmlns:a="http://schemas.openxmlformats.org/drawingml/2006/main" noGrp="1"/>
          </p:cNvSpPr>
          <p:nvPr/>
        </p:nvSpPr>
        <p:spPr>
          <a:xfrm xmlns:a="http://schemas.openxmlformats.org/drawingml/2006/main">
            <a:off x="723900" y="6429375"/>
            <a:ext cx="107442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95991C3-BCF9-4785-8FF7-F204C259191A}"/>
              </a:ext>
            </a:extLst>
          </p:cNvPr>
          <p:cNvSpPr>
            <a:spLocks xmlns:a="http://schemas.openxmlformats.org/drawingml/2006/main" noGrp="1"/>
          </p:cNvSpPr>
          <p:nvPr/>
        </p:nvSpPr>
        <p:spPr>
          <a:xfrm xmlns:a="http://schemas.openxmlformats.org/drawingml/2006/main">
            <a:off x="723900" y="65436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BIDSENTRY AI · IBM SKILLSBUILD 2026</a:t>
            </a:r>
          </a:p>
        </p:txBody>
      </p:sp>
      <p:sp>
        <p:nvSpPr>
          <p:cNvPr id="27" name="">
            <a:extLst xmlns:a="http://schemas.openxmlformats.org/drawingml/2006/main">
              <a:ext uri="{FF2B5EF4-FFF2-40B4-BE49-F238E27FC236}">
                <a16:creationId xmlns:a16="http://schemas.microsoft.com/office/drawing/2014/main" id="{C47EE7FE-6F2B-4584-AC72-13FC10FB30E3}"/>
              </a:ext>
            </a:extLst>
          </p:cNvPr>
          <p:cNvSpPr>
            <a:spLocks xmlns:a="http://schemas.openxmlformats.org/drawingml/2006/main" noGrp="1"/>
          </p:cNvSpPr>
          <p:nvPr/>
        </p:nvSpPr>
        <p:spPr>
          <a:xfrm xmlns:a="http://schemas.openxmlformats.org/drawingml/2006/main">
            <a:off x="10668000" y="6543675"/>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65717B"/>
                </a:solidFill>
                <a:latin typeface="Arial"/>
                <a:ea typeface="Arial"/>
                <a:cs typeface="Arial"/>
              </a:defRPr>
            </a:defPPr>
          </a:lstStyle>
          <a:p xmlns:a="http://schemas.openxmlformats.org/drawingml/2006/main">
            <a:pPr algn="r">
              <a:defRPr sz="825" b="0" i="0">
                <a:solidFill>
                  <a:srgbClr val="65717B"/>
                </a:solidFill>
                <a:latin typeface="Arial"/>
                <a:ea typeface="Arial"/>
                <a:cs typeface="Arial"/>
              </a:defRPr>
            </a:pPr>
            <a:r>
              <a:rPr sz="825" b="0" i="0">
                <a:solidFill>
                  <a:srgbClr val="65717B"/>
                </a:solidFill>
                <a:latin typeface="Arial"/>
                <a:ea typeface="Arial"/>
                <a:cs typeface="Arial"/>
              </a:rPr>
              <a:t>08 / 10</a:t>
            </a:r>
          </a:p>
        </p:txBody>
      </p:sp>
    </p:spTree>
    <p:extLst>
      <p:ext uri="{BB962C8B-B14F-4D97-AF65-F5344CB8AC3E}">
        <p14:creationId xmlns:p14="http://schemas.microsoft.com/office/powerpoint/2010/main" val="1828488677"/>
      </p:ext>
    </p:extLst>
  </p:cSld>
</p:sld>
</file>

<file path=ppt/slides/slide9.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E95F8C8-3D2F-437D-8FD7-A52E5527EF5A}"/>
              </a:ext>
            </a:extLst>
          </p:cNvPr>
          <p:cNvSpPr>
            <a:spLocks xmlns:a="http://schemas.openxmlformats.org/drawingml/2006/main" noGrp="1"/>
          </p:cNvSpPr>
          <p:nvPr/>
        </p:nvSpPr>
        <p:spPr>
          <a:xfrm xmlns:a="http://schemas.openxmlformats.org/drawingml/2006/main">
            <a:off x="723900" y="4572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0" i="0">
                <a:solidFill>
                  <a:srgbClr val="1E2D3C"/>
                </a:solidFill>
                <a:latin typeface="Georgia"/>
                <a:ea typeface="Georgia"/>
                <a:cs typeface="Georgia"/>
              </a:defRPr>
            </a:defPPr>
          </a:lstStyle>
          <a:p xmlns:a="http://schemas.openxmlformats.org/drawingml/2006/main">
            <a:pPr algn="l">
              <a:defRPr sz="2925" b="0" i="0">
                <a:solidFill>
                  <a:srgbClr val="1E2D3C"/>
                </a:solidFill>
                <a:latin typeface="Georgia"/>
                <a:ea typeface="Georgia"/>
                <a:cs typeface="Georgia"/>
              </a:defRPr>
            </a:pPr>
            <a:r>
              <a:rPr sz="2925" b="0" i="0">
                <a:solidFill>
                  <a:srgbClr val="1E2D3C"/>
                </a:solidFill>
                <a:latin typeface="Georgia"/>
                <a:ea typeface="Georgia"/>
                <a:cs typeface="Georgia"/>
              </a:rPr>
              <a:t>Impact, feasibility, roadmap</a:t>
            </a:r>
          </a:p>
        </p:txBody>
      </p:sp>
      <p:sp>
        <p:nvSpPr>
          <p:cNvPr id="2" name="">
            <a:extLst xmlns:a="http://schemas.openxmlformats.org/drawingml/2006/main">
              <a:ext uri="{FF2B5EF4-FFF2-40B4-BE49-F238E27FC236}">
                <a16:creationId xmlns:a16="http://schemas.microsoft.com/office/drawing/2014/main" id="{B30DA674-BFAA-4699-8B75-6DBEDD7A1896}"/>
              </a:ext>
            </a:extLst>
          </p:cNvPr>
          <p:cNvSpPr>
            <a:spLocks xmlns:a="http://schemas.openxmlformats.org/drawingml/2006/main" noGrp="1"/>
          </p:cNvSpPr>
          <p:nvPr/>
        </p:nvSpPr>
        <p:spPr>
          <a:xfrm xmlns:a="http://schemas.openxmlformats.org/drawingml/2006/main">
            <a:off x="742950" y="1057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5717B"/>
                </a:solidFill>
                <a:latin typeface="Arial"/>
                <a:ea typeface="Arial"/>
                <a:cs typeface="Arial"/>
              </a:defRPr>
            </a:defPPr>
          </a:lstStyle>
          <a:p xmlns:a="http://schemas.openxmlformats.org/drawingml/2006/main">
            <a:pPr algn="l">
              <a:defRPr sz="1275" b="0" i="0">
                <a:solidFill>
                  <a:srgbClr val="65717B"/>
                </a:solidFill>
                <a:latin typeface="Arial"/>
                <a:ea typeface="Arial"/>
                <a:cs typeface="Arial"/>
              </a:defRPr>
            </a:pPr>
            <a:r>
              <a:rPr sz="1275" b="0" i="0">
                <a:solidFill>
                  <a:srgbClr val="65717B"/>
                </a:solidFill>
                <a:latin typeface="Arial"/>
                <a:ea typeface="Arial"/>
                <a:cs typeface="Arial"/>
              </a:rPr>
              <a:t>Dampak perlu dibuktikan pada pilot dengan dokumen berizin</a:t>
            </a:r>
          </a:p>
        </p:txBody>
      </p:sp>
      <p:sp>
        <p:nvSpPr>
          <p:cNvPr id="3" name="">
            <a:extLst xmlns:a="http://schemas.openxmlformats.org/drawingml/2006/main">
              <a:ext uri="{FF2B5EF4-FFF2-40B4-BE49-F238E27FC236}">
                <a16:creationId xmlns:a16="http://schemas.microsoft.com/office/drawing/2014/main" id="{00A01C9E-497C-4750-9EE6-CC61314F2ECE}"/>
              </a:ext>
            </a:extLst>
          </p:cNvPr>
          <p:cNvSpPr>
            <a:spLocks xmlns:a="http://schemas.openxmlformats.org/drawingml/2006/main" noGrp="1"/>
          </p:cNvSpPr>
          <p:nvPr/>
        </p:nvSpPr>
        <p:spPr>
          <a:xfrm xmlns:a="http://schemas.openxmlformats.org/drawingml/2006/main">
            <a:off x="762000" y="16668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3B8B68"/>
                </a:solidFill>
                <a:latin typeface="Arial"/>
                <a:ea typeface="Arial"/>
                <a:cs typeface="Arial"/>
              </a:defRPr>
            </a:defPPr>
          </a:lstStyle>
          <a:p xmlns:a="http://schemas.openxmlformats.org/drawingml/2006/main">
            <a:pPr algn="l">
              <a:defRPr sz="900" b="1" i="0">
                <a:solidFill>
                  <a:srgbClr val="3B8B68"/>
                </a:solidFill>
                <a:latin typeface="Arial"/>
                <a:ea typeface="Arial"/>
                <a:cs typeface="Arial"/>
              </a:defRPr>
            </a:pPr>
            <a:r>
              <a:rPr sz="900" b="1" i="0">
                <a:solidFill>
                  <a:srgbClr val="3B8B68"/>
                </a:solidFill>
                <a:latin typeface="Arial"/>
                <a:ea typeface="Arial"/>
                <a:cs typeface="Arial"/>
              </a:rPr>
              <a:t>UKUR PADA PILOT</a:t>
            </a:r>
          </a:p>
        </p:txBody>
      </p:sp>
      <p:sp>
        <p:nvSpPr>
          <p:cNvPr id="4" name="">
            <a:extLst xmlns:a="http://schemas.openxmlformats.org/drawingml/2006/main">
              <a:ext uri="{FF2B5EF4-FFF2-40B4-BE49-F238E27FC236}">
                <a16:creationId xmlns:a16="http://schemas.microsoft.com/office/drawing/2014/main" id="{40FE8BB7-E995-4661-83F6-F6BAA7629AC3}"/>
              </a:ext>
            </a:extLst>
          </p:cNvPr>
          <p:cNvSpPr>
            <a:spLocks xmlns:a="http://schemas.openxmlformats.org/drawingml/2006/main" noGrp="1"/>
          </p:cNvSpPr>
          <p:nvPr/>
        </p:nvSpPr>
        <p:spPr>
          <a:xfrm xmlns:a="http://schemas.openxmlformats.org/drawingml/2006/main">
            <a:off x="762000" y="2000250"/>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i="0">
                <a:solidFill>
                  <a:srgbClr val="1E2D3C"/>
                </a:solidFill>
                <a:latin typeface="Georgia"/>
                <a:ea typeface="Georgia"/>
                <a:cs typeface="Georgia"/>
              </a:defRPr>
            </a:defPPr>
          </a:lstStyle>
          <a:p xmlns:a="http://schemas.openxmlformats.org/drawingml/2006/main">
            <a:pPr algn="l">
              <a:defRPr sz="2025" b="0" i="0">
                <a:solidFill>
                  <a:srgbClr val="1E2D3C"/>
                </a:solidFill>
                <a:latin typeface="Georgia"/>
                <a:ea typeface="Georgia"/>
                <a:cs typeface="Georgia"/>
              </a:defRPr>
            </a:pPr>
            <a:r>
              <a:rPr sz="2025" b="0" i="0">
                <a:solidFill>
                  <a:srgbClr val="1E2D3C"/>
                </a:solidFill>
                <a:latin typeface="Georgia"/>
                <a:ea typeface="Georgia"/>
                <a:cs typeface="Georgia"/>
              </a:rPr>
              <a:t>Waktu review</a:t>
            </a:r>
          </a:p>
          <a:p xmlns:a="http://schemas.openxmlformats.org/drawingml/2006/main">
            <a:pPr algn="l">
              <a:defRPr sz="2025" b="0" i="0">
                <a:solidFill>
                  <a:srgbClr val="1E2D3C"/>
                </a:solidFill>
                <a:latin typeface="Georgia"/>
                <a:ea typeface="Georgia"/>
                <a:cs typeface="Georgia"/>
              </a:defRPr>
            </a:pPr>
            <a:r>
              <a:rPr sz="2025" b="0" i="0">
                <a:solidFill>
                  <a:srgbClr val="1E2D3C"/>
                </a:solidFill>
                <a:latin typeface="Georgia"/>
                <a:ea typeface="Georgia"/>
                <a:cs typeface="Georgia"/>
              </a:rPr>
              <a:t>per paket</a:t>
            </a:r>
          </a:p>
        </p:txBody>
      </p:sp>
      <p:sp>
        <p:nvSpPr>
          <p:cNvPr id="5" name="">
            <a:extLst xmlns:a="http://schemas.openxmlformats.org/drawingml/2006/main">
              <a:ext uri="{FF2B5EF4-FFF2-40B4-BE49-F238E27FC236}">
                <a16:creationId xmlns:a16="http://schemas.microsoft.com/office/drawing/2014/main" id="{C8A13C56-7D13-4213-A0C8-58D6580B656C}"/>
              </a:ext>
            </a:extLst>
          </p:cNvPr>
          <p:cNvSpPr>
            <a:spLocks xmlns:a="http://schemas.openxmlformats.org/drawingml/2006/main" noGrp="1"/>
          </p:cNvSpPr>
          <p:nvPr/>
        </p:nvSpPr>
        <p:spPr>
          <a:xfrm xmlns:a="http://schemas.openxmlformats.org/drawingml/2006/main">
            <a:off x="3333750" y="2000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i="0">
                <a:solidFill>
                  <a:srgbClr val="1E2D3C"/>
                </a:solidFill>
                <a:latin typeface="Georgia"/>
                <a:ea typeface="Georgia"/>
                <a:cs typeface="Georgia"/>
              </a:defRPr>
            </a:defPPr>
          </a:lstStyle>
          <a:p xmlns:a="http://schemas.openxmlformats.org/drawingml/2006/main">
            <a:pPr algn="l">
              <a:defRPr sz="2025" b="0" i="0">
                <a:solidFill>
                  <a:srgbClr val="1E2D3C"/>
                </a:solidFill>
                <a:latin typeface="Georgia"/>
                <a:ea typeface="Georgia"/>
                <a:cs typeface="Georgia"/>
              </a:defRPr>
            </a:pPr>
            <a:r>
              <a:rPr sz="2025" b="0" i="0">
                <a:solidFill>
                  <a:srgbClr val="1E2D3C"/>
                </a:solidFill>
                <a:latin typeface="Georgia"/>
                <a:ea typeface="Georgia"/>
                <a:cs typeface="Georgia"/>
              </a:rPr>
              <a:t>Temuan diterima</a:t>
            </a:r>
          </a:p>
          <a:p xmlns:a="http://schemas.openxmlformats.org/drawingml/2006/main">
            <a:pPr algn="l">
              <a:defRPr sz="2025" b="0" i="0">
                <a:solidFill>
                  <a:srgbClr val="1E2D3C"/>
                </a:solidFill>
                <a:latin typeface="Georgia"/>
                <a:ea typeface="Georgia"/>
                <a:cs typeface="Georgia"/>
              </a:defRPr>
            </a:pPr>
            <a:r>
              <a:rPr sz="2025" b="0" i="0">
                <a:solidFill>
                  <a:srgbClr val="1E2D3C"/>
                </a:solidFill>
                <a:latin typeface="Georgia"/>
                <a:ea typeface="Georgia"/>
                <a:cs typeface="Georgia"/>
              </a:rPr>
              <a:t>oleh reviewer</a:t>
            </a:r>
          </a:p>
        </p:txBody>
      </p:sp>
      <p:sp>
        <p:nvSpPr>
          <p:cNvPr id="6" name="">
            <a:extLst xmlns:a="http://schemas.openxmlformats.org/drawingml/2006/main">
              <a:ext uri="{FF2B5EF4-FFF2-40B4-BE49-F238E27FC236}">
                <a16:creationId xmlns:a16="http://schemas.microsoft.com/office/drawing/2014/main" id="{7D2E4213-C005-4419-8260-EC8722E6E13E}"/>
              </a:ext>
            </a:extLst>
          </p:cNvPr>
          <p:cNvSpPr>
            <a:spLocks xmlns:a="http://schemas.openxmlformats.org/drawingml/2006/main" noGrp="1"/>
          </p:cNvSpPr>
          <p:nvPr/>
        </p:nvSpPr>
        <p:spPr>
          <a:xfrm xmlns:a="http://schemas.openxmlformats.org/drawingml/2006/main">
            <a:off x="5953125" y="2000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i="0">
                <a:solidFill>
                  <a:srgbClr val="1E2D3C"/>
                </a:solidFill>
                <a:latin typeface="Georgia"/>
                <a:ea typeface="Georgia"/>
                <a:cs typeface="Georgia"/>
              </a:defRPr>
            </a:defPPr>
          </a:lstStyle>
          <a:p xmlns:a="http://schemas.openxmlformats.org/drawingml/2006/main">
            <a:pPr algn="l">
              <a:defRPr sz="2025" b="0" i="0">
                <a:solidFill>
                  <a:srgbClr val="1E2D3C"/>
                </a:solidFill>
                <a:latin typeface="Georgia"/>
                <a:ea typeface="Georgia"/>
                <a:cs typeface="Georgia"/>
              </a:defRPr>
            </a:pPr>
            <a:r>
              <a:rPr sz="2025" b="0" i="0">
                <a:solidFill>
                  <a:srgbClr val="1E2D3C"/>
                </a:solidFill>
                <a:latin typeface="Georgia"/>
                <a:ea typeface="Georgia"/>
                <a:cs typeface="Georgia"/>
              </a:rPr>
              <a:t>False positive</a:t>
            </a:r>
          </a:p>
          <a:p xmlns:a="http://schemas.openxmlformats.org/drawingml/2006/main">
            <a:pPr algn="l">
              <a:defRPr sz="2025" b="0" i="0">
                <a:solidFill>
                  <a:srgbClr val="1E2D3C"/>
                </a:solidFill>
                <a:latin typeface="Georgia"/>
                <a:ea typeface="Georgia"/>
                <a:cs typeface="Georgia"/>
              </a:defRPr>
            </a:pPr>
            <a:r>
              <a:rPr sz="2025" b="0" i="0">
                <a:solidFill>
                  <a:srgbClr val="1E2D3C"/>
                </a:solidFill>
                <a:latin typeface="Georgia"/>
                <a:ea typeface="Georgia"/>
                <a:cs typeface="Georgia"/>
              </a:rPr>
              <a:t>dan koreksi</a:t>
            </a:r>
          </a:p>
        </p:txBody>
      </p:sp>
      <p:sp>
        <p:nvSpPr>
          <p:cNvPr id="7" name="">
            <a:extLst xmlns:a="http://schemas.openxmlformats.org/drawingml/2006/main">
              <a:ext uri="{FF2B5EF4-FFF2-40B4-BE49-F238E27FC236}">
                <a16:creationId xmlns:a16="http://schemas.microsoft.com/office/drawing/2014/main" id="{D64AAC5C-DBB0-4982-89AD-96436EF427DF}"/>
              </a:ext>
            </a:extLst>
          </p:cNvPr>
          <p:cNvSpPr>
            <a:spLocks xmlns:a="http://schemas.openxmlformats.org/drawingml/2006/main" noGrp="1"/>
          </p:cNvSpPr>
          <p:nvPr/>
        </p:nvSpPr>
        <p:spPr>
          <a:xfrm xmlns:a="http://schemas.openxmlformats.org/drawingml/2006/main">
            <a:off x="762000" y="3000375"/>
            <a:ext cx="106680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2CCE9B-2007-4FDF-8327-9E49361ED3EF}"/>
              </a:ext>
            </a:extLst>
          </p:cNvPr>
          <p:cNvSpPr>
            <a:spLocks xmlns:a="http://schemas.openxmlformats.org/drawingml/2006/main" noGrp="1"/>
          </p:cNvSpPr>
          <p:nvPr/>
        </p:nvSpPr>
        <p:spPr>
          <a:xfrm xmlns:a="http://schemas.openxmlformats.org/drawingml/2006/main">
            <a:off x="762000" y="32670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26D9D"/>
                </a:solidFill>
                <a:latin typeface="Arial"/>
                <a:ea typeface="Arial"/>
                <a:cs typeface="Arial"/>
              </a:defRPr>
            </a:defPPr>
          </a:lstStyle>
          <a:p xmlns:a="http://schemas.openxmlformats.org/drawingml/2006/main">
            <a:pPr algn="l">
              <a:defRPr sz="900" b="1" i="0">
                <a:solidFill>
                  <a:srgbClr val="526D9D"/>
                </a:solidFill>
                <a:latin typeface="Arial"/>
                <a:ea typeface="Arial"/>
                <a:cs typeface="Arial"/>
              </a:defRPr>
            </a:pPr>
            <a:r>
              <a:rPr sz="900" b="1" i="0">
                <a:solidFill>
                  <a:srgbClr val="526D9D"/>
                </a:solidFill>
                <a:latin typeface="Arial"/>
                <a:ea typeface="Arial"/>
                <a:cs typeface="Arial"/>
              </a:rPr>
              <a:t>FEASIBILITY</a:t>
            </a:r>
          </a:p>
        </p:txBody>
      </p:sp>
      <p:sp>
        <p:nvSpPr>
          <p:cNvPr id="9" name="">
            <a:extLst xmlns:a="http://schemas.openxmlformats.org/drawingml/2006/main">
              <a:ext uri="{FF2B5EF4-FFF2-40B4-BE49-F238E27FC236}">
                <a16:creationId xmlns:a16="http://schemas.microsoft.com/office/drawing/2014/main" id="{1515BB2B-E0EA-4584-BC5F-529653C6636E}"/>
              </a:ext>
            </a:extLst>
          </p:cNvPr>
          <p:cNvSpPr>
            <a:spLocks xmlns:a="http://schemas.openxmlformats.org/drawingml/2006/main" noGrp="1"/>
          </p:cNvSpPr>
          <p:nvPr/>
        </p:nvSpPr>
        <p:spPr>
          <a:xfrm xmlns:a="http://schemas.openxmlformats.org/drawingml/2006/main">
            <a:off x="762000" y="35528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E2D3C"/>
                </a:solidFill>
                <a:latin typeface="Arial"/>
                <a:ea typeface="Arial"/>
                <a:cs typeface="Arial"/>
              </a:defRPr>
            </a:defPPr>
          </a:lstStyle>
          <a:p xmlns:a="http://schemas.openxmlformats.org/drawingml/2006/main">
            <a:pPr algn="l">
              <a:defRPr sz="1350" b="0" i="0">
                <a:solidFill>
                  <a:srgbClr val="1E2D3C"/>
                </a:solidFill>
                <a:latin typeface="Arial"/>
                <a:ea typeface="Arial"/>
                <a:cs typeface="Arial"/>
              </a:defRPr>
            </a:pPr>
            <a:r>
              <a:rPr sz="1350" b="0" i="0">
                <a:solidFill>
                  <a:srgbClr val="1E2D3C"/>
                </a:solidFill>
                <a:latin typeface="Arial"/>
                <a:ea typeface="Arial"/>
                <a:cs typeface="Arial"/>
              </a:rPr>
              <a:t>Python stdlib · UI tanpa build step · API terstruktur · fallback lokal tanpa Langflow/Composio.</a:t>
            </a:r>
          </a:p>
        </p:txBody>
      </p:sp>
      <p:sp>
        <p:nvSpPr>
          <p:cNvPr id="10" name="">
            <a:extLst xmlns:a="http://schemas.openxmlformats.org/drawingml/2006/main">
              <a:ext uri="{FF2B5EF4-FFF2-40B4-BE49-F238E27FC236}">
                <a16:creationId xmlns:a16="http://schemas.microsoft.com/office/drawing/2014/main" id="{6116CAAE-061A-4277-B9CB-37FD26708A01}"/>
              </a:ext>
            </a:extLst>
          </p:cNvPr>
          <p:cNvSpPr>
            <a:spLocks xmlns:a="http://schemas.openxmlformats.org/drawingml/2006/main" noGrp="1"/>
          </p:cNvSpPr>
          <p:nvPr/>
        </p:nvSpPr>
        <p:spPr>
          <a:xfrm xmlns:a="http://schemas.openxmlformats.org/drawingml/2006/main">
            <a:off x="762000" y="42005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3B8B68"/>
                </a:solidFill>
                <a:latin typeface="Arial"/>
                <a:ea typeface="Arial"/>
                <a:cs typeface="Arial"/>
              </a:defRPr>
            </a:defPPr>
          </a:lstStyle>
          <a:p xmlns:a="http://schemas.openxmlformats.org/drawingml/2006/main">
            <a:pPr algn="l">
              <a:defRPr sz="900" b="1" i="0">
                <a:solidFill>
                  <a:srgbClr val="3B8B68"/>
                </a:solidFill>
                <a:latin typeface="Arial"/>
                <a:ea typeface="Arial"/>
                <a:cs typeface="Arial"/>
              </a:defRPr>
            </a:pPr>
            <a:r>
              <a:rPr sz="900" b="1" i="0">
                <a:solidFill>
                  <a:srgbClr val="3B8B68"/>
                </a:solidFill>
                <a:latin typeface="Arial"/>
                <a:ea typeface="Arial"/>
                <a:cs typeface="Arial"/>
              </a:rPr>
              <a:t>ROADMAP USULAN</a:t>
            </a:r>
          </a:p>
        </p:txBody>
      </p:sp>
      <p:sp>
        <p:nvSpPr>
          <p:cNvPr id="11" name="">
            <a:extLst xmlns:a="http://schemas.openxmlformats.org/drawingml/2006/main">
              <a:ext uri="{FF2B5EF4-FFF2-40B4-BE49-F238E27FC236}">
                <a16:creationId xmlns:a16="http://schemas.microsoft.com/office/drawing/2014/main" id="{2FED4857-9F29-4FC9-8423-C644D55A7B95}"/>
              </a:ext>
            </a:extLst>
          </p:cNvPr>
          <p:cNvSpPr>
            <a:spLocks xmlns:a="http://schemas.openxmlformats.org/drawingml/2006/main" noGrp="1"/>
          </p:cNvSpPr>
          <p:nvPr/>
        </p:nvSpPr>
        <p:spPr>
          <a:xfrm xmlns:a="http://schemas.openxmlformats.org/drawingml/2006/main">
            <a:off x="762000" y="4552950"/>
            <a:ext cx="3095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E2D3C"/>
                </a:solidFill>
                <a:latin typeface="Arial"/>
                <a:ea typeface="Arial"/>
                <a:cs typeface="Arial"/>
              </a:defRPr>
            </a:defPPr>
          </a:lstStyle>
          <a:p xmlns:a="http://schemas.openxmlformats.org/drawingml/2006/main">
            <a:pPr algn="l">
              <a:defRPr sz="1425" b="1" i="0">
                <a:solidFill>
                  <a:srgbClr val="1E2D3C"/>
                </a:solidFill>
                <a:latin typeface="Arial"/>
                <a:ea typeface="Arial"/>
                <a:cs typeface="Arial"/>
              </a:defRPr>
            </a:pPr>
            <a:r>
              <a:rPr sz="1425" b="1" i="0">
                <a:solidFill>
                  <a:srgbClr val="1E2D3C"/>
                </a:solidFill>
                <a:latin typeface="Arial"/>
                <a:ea typeface="Arial"/>
                <a:cs typeface="Arial"/>
              </a:rPr>
              <a:t>01 · Validasi aturan</a:t>
            </a:r>
          </a:p>
        </p:txBody>
      </p:sp>
      <p:sp>
        <p:nvSpPr>
          <p:cNvPr id="12" name="">
            <a:extLst xmlns:a="http://schemas.openxmlformats.org/drawingml/2006/main">
              <a:ext uri="{FF2B5EF4-FFF2-40B4-BE49-F238E27FC236}">
                <a16:creationId xmlns:a16="http://schemas.microsoft.com/office/drawing/2014/main" id="{2838306F-A5FF-4566-8FC4-FD3BC973E742}"/>
              </a:ext>
            </a:extLst>
          </p:cNvPr>
          <p:cNvSpPr>
            <a:spLocks xmlns:a="http://schemas.openxmlformats.org/drawingml/2006/main" noGrp="1"/>
          </p:cNvSpPr>
          <p:nvPr/>
        </p:nvSpPr>
        <p:spPr>
          <a:xfrm xmlns:a="http://schemas.openxmlformats.org/drawingml/2006/main">
            <a:off x="762000" y="4933950"/>
            <a:ext cx="3000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Tinjau indikator dengan ahli pengadaan dan legal.</a:t>
            </a:r>
          </a:p>
        </p:txBody>
      </p:sp>
      <p:sp>
        <p:nvSpPr>
          <p:cNvPr id="13" name="">
            <a:extLst xmlns:a="http://schemas.openxmlformats.org/drawingml/2006/main">
              <a:ext uri="{FF2B5EF4-FFF2-40B4-BE49-F238E27FC236}">
                <a16:creationId xmlns:a16="http://schemas.microsoft.com/office/drawing/2014/main" id="{0F7F14E6-C2D0-4700-BFEF-FD294169758F}"/>
              </a:ext>
            </a:extLst>
          </p:cNvPr>
          <p:cNvSpPr>
            <a:spLocks xmlns:a="http://schemas.openxmlformats.org/drawingml/2006/main" noGrp="1"/>
          </p:cNvSpPr>
          <p:nvPr/>
        </p:nvSpPr>
        <p:spPr>
          <a:xfrm xmlns:a="http://schemas.openxmlformats.org/drawingml/2006/main">
            <a:off x="4381500" y="4552950"/>
            <a:ext cx="3095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E2D3C"/>
                </a:solidFill>
                <a:latin typeface="Arial"/>
                <a:ea typeface="Arial"/>
                <a:cs typeface="Arial"/>
              </a:defRPr>
            </a:defPPr>
          </a:lstStyle>
          <a:p xmlns:a="http://schemas.openxmlformats.org/drawingml/2006/main">
            <a:pPr algn="l">
              <a:defRPr sz="1425" b="1" i="0">
                <a:solidFill>
                  <a:srgbClr val="1E2D3C"/>
                </a:solidFill>
                <a:latin typeface="Arial"/>
                <a:ea typeface="Arial"/>
                <a:cs typeface="Arial"/>
              </a:defRPr>
            </a:pPr>
            <a:r>
              <a:rPr sz="1425" b="1" i="0">
                <a:solidFill>
                  <a:srgbClr val="1E2D3C"/>
                </a:solidFill>
                <a:latin typeface="Arial"/>
                <a:ea typeface="Arial"/>
                <a:cs typeface="Arial"/>
              </a:rPr>
              <a:t>02 · Pilot terukur</a:t>
            </a:r>
          </a:p>
        </p:txBody>
      </p:sp>
      <p:sp>
        <p:nvSpPr>
          <p:cNvPr id="14" name="">
            <a:extLst xmlns:a="http://schemas.openxmlformats.org/drawingml/2006/main">
              <a:ext uri="{FF2B5EF4-FFF2-40B4-BE49-F238E27FC236}">
                <a16:creationId xmlns:a16="http://schemas.microsoft.com/office/drawing/2014/main" id="{0865972D-EA07-4996-8DBA-39862EF90F36}"/>
              </a:ext>
            </a:extLst>
          </p:cNvPr>
          <p:cNvSpPr>
            <a:spLocks xmlns:a="http://schemas.openxmlformats.org/drawingml/2006/main" noGrp="1"/>
          </p:cNvSpPr>
          <p:nvPr/>
        </p:nvSpPr>
        <p:spPr>
          <a:xfrm xmlns:a="http://schemas.openxmlformats.org/drawingml/2006/main">
            <a:off x="4381500" y="4933950"/>
            <a:ext cx="3000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Uji dokumen berizin; anotasi hasil dan false positive.</a:t>
            </a:r>
          </a:p>
        </p:txBody>
      </p:sp>
      <p:sp>
        <p:nvSpPr>
          <p:cNvPr id="15" name="">
            <a:extLst xmlns:a="http://schemas.openxmlformats.org/drawingml/2006/main">
              <a:ext uri="{FF2B5EF4-FFF2-40B4-BE49-F238E27FC236}">
                <a16:creationId xmlns:a16="http://schemas.microsoft.com/office/drawing/2014/main" id="{9BE829E3-77E6-4887-BFF4-DE85F0B2A8DB}"/>
              </a:ext>
            </a:extLst>
          </p:cNvPr>
          <p:cNvSpPr>
            <a:spLocks xmlns:a="http://schemas.openxmlformats.org/drawingml/2006/main" noGrp="1"/>
          </p:cNvSpPr>
          <p:nvPr/>
        </p:nvSpPr>
        <p:spPr>
          <a:xfrm xmlns:a="http://schemas.openxmlformats.org/drawingml/2006/main">
            <a:off x="8001000" y="4552950"/>
            <a:ext cx="3095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E2D3C"/>
                </a:solidFill>
                <a:latin typeface="Arial"/>
                <a:ea typeface="Arial"/>
                <a:cs typeface="Arial"/>
              </a:defRPr>
            </a:defPPr>
          </a:lstStyle>
          <a:p xmlns:a="http://schemas.openxmlformats.org/drawingml/2006/main">
            <a:pPr algn="l">
              <a:defRPr sz="1425" b="1" i="0">
                <a:solidFill>
                  <a:srgbClr val="1E2D3C"/>
                </a:solidFill>
                <a:latin typeface="Arial"/>
                <a:ea typeface="Arial"/>
                <a:cs typeface="Arial"/>
              </a:defRPr>
            </a:pPr>
            <a:r>
              <a:rPr sz="1425" b="1" i="0">
                <a:solidFill>
                  <a:srgbClr val="1E2D3C"/>
                </a:solidFill>
                <a:latin typeface="Arial"/>
                <a:ea typeface="Arial"/>
                <a:cs typeface="Arial"/>
              </a:rPr>
              <a:t>03 · Siapkan produksi</a:t>
            </a:r>
          </a:p>
        </p:txBody>
      </p:sp>
      <p:sp>
        <p:nvSpPr>
          <p:cNvPr id="16" name="">
            <a:extLst xmlns:a="http://schemas.openxmlformats.org/drawingml/2006/main">
              <a:ext uri="{FF2B5EF4-FFF2-40B4-BE49-F238E27FC236}">
                <a16:creationId xmlns:a16="http://schemas.microsoft.com/office/drawing/2014/main" id="{361D54CE-F08B-41E7-8995-A132CE8E00E9}"/>
              </a:ext>
            </a:extLst>
          </p:cNvPr>
          <p:cNvSpPr>
            <a:spLocks xmlns:a="http://schemas.openxmlformats.org/drawingml/2006/main" noGrp="1"/>
          </p:cNvSpPr>
          <p:nvPr/>
        </p:nvSpPr>
        <p:spPr>
          <a:xfrm xmlns:a="http://schemas.openxmlformats.org/drawingml/2006/main">
            <a:off x="8001000" y="4933950"/>
            <a:ext cx="3000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5717B"/>
                </a:solidFill>
                <a:latin typeface="Arial"/>
                <a:ea typeface="Arial"/>
                <a:cs typeface="Arial"/>
              </a:defRPr>
            </a:defPPr>
          </a:lstStyle>
          <a:p xmlns:a="http://schemas.openxmlformats.org/drawingml/2006/main">
            <a:pPr algn="l">
              <a:defRPr sz="1125" b="0" i="0">
                <a:solidFill>
                  <a:srgbClr val="65717B"/>
                </a:solidFill>
                <a:latin typeface="Arial"/>
                <a:ea typeface="Arial"/>
                <a:cs typeface="Arial"/>
              </a:defRPr>
            </a:pPr>
            <a:r>
              <a:rPr sz="1125" b="0" i="0">
                <a:solidFill>
                  <a:srgbClr val="65717B"/>
                </a:solidFill>
                <a:latin typeface="Arial"/>
                <a:ea typeface="Arial"/>
                <a:cs typeface="Arial"/>
              </a:rPr>
              <a:t>Kalibrasi, keamanan data, dan verifikasi IBM Bob live.</a:t>
            </a:r>
          </a:p>
        </p:txBody>
      </p:sp>
      <p:sp>
        <p:nvSpPr>
          <p:cNvPr id="17" name="">
            <a:extLst xmlns:a="http://schemas.openxmlformats.org/drawingml/2006/main">
              <a:ext uri="{FF2B5EF4-FFF2-40B4-BE49-F238E27FC236}">
                <a16:creationId xmlns:a16="http://schemas.microsoft.com/office/drawing/2014/main" id="{C540401E-FC6C-4172-9DBD-8D415E6545BD}"/>
              </a:ext>
            </a:extLst>
          </p:cNvPr>
          <p:cNvSpPr>
            <a:spLocks xmlns:a="http://schemas.openxmlformats.org/drawingml/2006/main" noGrp="1"/>
          </p:cNvSpPr>
          <p:nvPr/>
        </p:nvSpPr>
        <p:spPr>
          <a:xfrm xmlns:a="http://schemas.openxmlformats.org/drawingml/2006/main">
            <a:off x="762000" y="582930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1">
                <a:solidFill>
                  <a:srgbClr val="65717B"/>
                </a:solidFill>
                <a:latin typeface="Arial"/>
                <a:ea typeface="Arial"/>
                <a:cs typeface="Arial"/>
              </a:defRPr>
            </a:defPPr>
          </a:lstStyle>
          <a:p xmlns:a="http://schemas.openxmlformats.org/drawingml/2006/main">
            <a:pPr algn="l">
              <a:defRPr sz="975" b="0" i="1">
                <a:solidFill>
                  <a:srgbClr val="65717B"/>
                </a:solidFill>
                <a:latin typeface="Arial"/>
                <a:ea typeface="Arial"/>
                <a:cs typeface="Arial"/>
              </a:defRPr>
            </a:pPr>
            <a:r>
              <a:rPr sz="975" b="0" i="1">
                <a:solidFill>
                  <a:srgbClr val="65717B"/>
                </a:solidFill>
                <a:latin typeface="Arial"/>
                <a:ea typeface="Arial"/>
                <a:cs typeface="Arial"/>
              </a:rPr>
              <a:t>Tidak ada target dampak yang diklaim sebelum baseline dan hasil pilot tersedia.</a:t>
            </a:r>
          </a:p>
        </p:txBody>
      </p:sp>
      <p:sp>
        <p:nvSpPr>
          <p:cNvPr id="18" name="">
            <a:extLst xmlns:a="http://schemas.openxmlformats.org/drawingml/2006/main">
              <a:ext uri="{FF2B5EF4-FFF2-40B4-BE49-F238E27FC236}">
                <a16:creationId xmlns:a16="http://schemas.microsoft.com/office/drawing/2014/main" id="{83748E4B-8E99-4F8D-B5B6-89DA4ABA29D7}"/>
              </a:ext>
            </a:extLst>
          </p:cNvPr>
          <p:cNvSpPr>
            <a:spLocks xmlns:a="http://schemas.openxmlformats.org/drawingml/2006/main" noGrp="1"/>
          </p:cNvSpPr>
          <p:nvPr/>
        </p:nvSpPr>
        <p:spPr>
          <a:xfrm xmlns:a="http://schemas.openxmlformats.org/drawingml/2006/main">
            <a:off x="723900" y="6429375"/>
            <a:ext cx="10744200" cy="9525"/>
          </a:xfrm>
          <a:prstGeom xmlns:a="http://schemas.openxmlformats.org/drawingml/2006/main" prst="rect">
            <a:avLst/>
          </a:prstGeom>
          <a:solidFill xmlns:a="http://schemas.openxmlformats.org/drawingml/2006/main">
            <a:srgbClr val="D9DE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09731D-D0D7-49DE-AF27-39E3A7C04A2E}"/>
              </a:ext>
            </a:extLst>
          </p:cNvPr>
          <p:cNvSpPr>
            <a:spLocks xmlns:a="http://schemas.openxmlformats.org/drawingml/2006/main" noGrp="1"/>
          </p:cNvSpPr>
          <p:nvPr/>
        </p:nvSpPr>
        <p:spPr>
          <a:xfrm xmlns:a="http://schemas.openxmlformats.org/drawingml/2006/main">
            <a:off x="723900" y="65436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5717B"/>
                </a:solidFill>
                <a:latin typeface="Arial"/>
                <a:ea typeface="Arial"/>
                <a:cs typeface="Arial"/>
              </a:defRPr>
            </a:defPPr>
          </a:lstStyle>
          <a:p xmlns:a="http://schemas.openxmlformats.org/drawingml/2006/main">
            <a:pPr algn="l">
              <a:defRPr sz="825" b="1" i="0">
                <a:solidFill>
                  <a:srgbClr val="65717B"/>
                </a:solidFill>
                <a:latin typeface="Arial"/>
                <a:ea typeface="Arial"/>
                <a:cs typeface="Arial"/>
              </a:defRPr>
            </a:pPr>
            <a:r>
              <a:rPr sz="825" b="1" i="0">
                <a:solidFill>
                  <a:srgbClr val="65717B"/>
                </a:solidFill>
                <a:latin typeface="Arial"/>
                <a:ea typeface="Arial"/>
                <a:cs typeface="Arial"/>
              </a:rPr>
              <a:t>BIDSENTRY AI · IBM SKILLSBUILD 2026</a:t>
            </a:r>
          </a:p>
        </p:txBody>
      </p:sp>
      <p:sp>
        <p:nvSpPr>
          <p:cNvPr id="20" name="">
            <a:extLst xmlns:a="http://schemas.openxmlformats.org/drawingml/2006/main">
              <a:ext uri="{FF2B5EF4-FFF2-40B4-BE49-F238E27FC236}">
                <a16:creationId xmlns:a16="http://schemas.microsoft.com/office/drawing/2014/main" id="{AFCBE7A6-7B6A-494C-9B37-7769C51EBDE2}"/>
              </a:ext>
            </a:extLst>
          </p:cNvPr>
          <p:cNvSpPr>
            <a:spLocks xmlns:a="http://schemas.openxmlformats.org/drawingml/2006/main" noGrp="1"/>
          </p:cNvSpPr>
          <p:nvPr/>
        </p:nvSpPr>
        <p:spPr>
          <a:xfrm xmlns:a="http://schemas.openxmlformats.org/drawingml/2006/main">
            <a:off x="10668000" y="6543675"/>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65717B"/>
                </a:solidFill>
                <a:latin typeface="Arial"/>
                <a:ea typeface="Arial"/>
                <a:cs typeface="Arial"/>
              </a:defRPr>
            </a:defPPr>
          </a:lstStyle>
          <a:p xmlns:a="http://schemas.openxmlformats.org/drawingml/2006/main">
            <a:pPr algn="r">
              <a:defRPr sz="825" b="0" i="0">
                <a:solidFill>
                  <a:srgbClr val="65717B"/>
                </a:solidFill>
                <a:latin typeface="Arial"/>
                <a:ea typeface="Arial"/>
                <a:cs typeface="Arial"/>
              </a:defRPr>
            </a:pPr>
            <a:r>
              <a:rPr sz="825" b="0" i="0">
                <a:solidFill>
                  <a:srgbClr val="65717B"/>
                </a:solidFill>
                <a:latin typeface="Arial"/>
                <a:ea typeface="Arial"/>
                <a:cs typeface="Arial"/>
              </a:rPr>
              <a:t>09 / 10</a:t>
            </a:r>
          </a:p>
        </p:txBody>
      </p:sp>
    </p:spTree>
    <p:extLst>
      <p:ext uri="{BB962C8B-B14F-4D97-AF65-F5344CB8AC3E}">
        <p14:creationId xmlns:p14="http://schemas.microsoft.com/office/powerpoint/2010/main" val="1964315343"/>
      </p:ext>
    </p:extLst>
  </p:cSld>
</p:sld>
</file>

<file path=ppt/slides/slide10.xml><?xml version="1.0" encoding="utf-8"?>
<p:sld xmlns:p="http://schemas.openxmlformats.org/presentationml/2006/main">
  <p:cSld>
    <p:bg>
      <p:bgPr>
        <a:solidFill xmlns:a="http://schemas.openxmlformats.org/drawingml/2006/main">
          <a:srgbClr val="1E2D3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5F0AAF-17AC-4E29-8D59-3C046F1608EC}"/>
              </a:ext>
            </a:extLst>
          </p:cNvPr>
          <p:cNvSpPr>
            <a:spLocks xmlns:a="http://schemas.openxmlformats.org/drawingml/2006/main" noGrp="1"/>
          </p:cNvSpPr>
          <p:nvPr/>
        </p:nvSpPr>
        <p:spPr>
          <a:xfrm xmlns:a="http://schemas.openxmlformats.org/drawingml/2006/main">
            <a:off x="781050" y="666750"/>
            <a:ext cx="428625" cy="42862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B949CAE-99C8-4E93-ACB7-810226488D29}"/>
              </a:ext>
            </a:extLst>
          </p:cNvPr>
          <p:cNvSpPr>
            <a:spLocks xmlns:a="http://schemas.openxmlformats.org/drawingml/2006/main" noGrp="1"/>
          </p:cNvSpPr>
          <p:nvPr/>
        </p:nvSpPr>
        <p:spPr>
          <a:xfrm xmlns:a="http://schemas.openxmlformats.org/drawingml/2006/main">
            <a:off x="781050" y="7429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1" i="0">
                <a:solidFill>
                  <a:srgbClr val="1E2D3C"/>
                </a:solidFill>
                <a:latin typeface="Arial"/>
                <a:ea typeface="Arial"/>
                <a:cs typeface="Arial"/>
              </a:defRPr>
            </a:defPPr>
          </a:lstStyle>
          <a:p xmlns:a="http://schemas.openxmlformats.org/drawingml/2006/main">
            <a:pPr algn="ctr">
              <a:defRPr sz="1725" b="1" i="0">
                <a:solidFill>
                  <a:srgbClr val="1E2D3C"/>
                </a:solidFill>
                <a:latin typeface="Arial"/>
                <a:ea typeface="Arial"/>
                <a:cs typeface="Arial"/>
              </a:defRPr>
            </a:pPr>
            <a:r>
              <a:rPr sz="1725" b="1" i="0">
                <a:solidFill>
                  <a:srgbClr val="1E2D3C"/>
                </a:solidFill>
                <a:latin typeface="Arial"/>
                <a:ea typeface="Arial"/>
                <a:cs typeface="Arial"/>
              </a:rPr>
              <a:t>B</a:t>
            </a:r>
          </a:p>
        </p:txBody>
      </p:sp>
      <p:sp>
        <p:nvSpPr>
          <p:cNvPr id="3" name="">
            <a:extLst xmlns:a="http://schemas.openxmlformats.org/drawingml/2006/main">
              <a:ext uri="{FF2B5EF4-FFF2-40B4-BE49-F238E27FC236}">
                <a16:creationId xmlns:a16="http://schemas.microsoft.com/office/drawing/2014/main" id="{9A9CC3CD-A6C3-4915-BACD-2C5EAB772635}"/>
              </a:ext>
            </a:extLst>
          </p:cNvPr>
          <p:cNvSpPr>
            <a:spLocks xmlns:a="http://schemas.openxmlformats.org/drawingml/2006/main" noGrp="1"/>
          </p:cNvSpPr>
          <p:nvPr/>
        </p:nvSpPr>
        <p:spPr>
          <a:xfrm xmlns:a="http://schemas.openxmlformats.org/drawingml/2006/main">
            <a:off x="1371600" y="809625"/>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8D7DF"/>
                </a:solidFill>
                <a:latin typeface="Arial"/>
                <a:ea typeface="Arial"/>
                <a:cs typeface="Arial"/>
              </a:defRPr>
            </a:defPPr>
          </a:lstStyle>
          <a:p xmlns:a="http://schemas.openxmlformats.org/drawingml/2006/main">
            <a:pPr algn="l">
              <a:defRPr sz="975" b="1" i="0">
                <a:solidFill>
                  <a:srgbClr val="C8D7DF"/>
                </a:solidFill>
                <a:latin typeface="Arial"/>
                <a:ea typeface="Arial"/>
                <a:cs typeface="Arial"/>
              </a:defRPr>
            </a:pPr>
            <a:r>
              <a:rPr sz="975" b="1" i="0">
                <a:solidFill>
                  <a:srgbClr val="C8D7DF"/>
                </a:solidFill>
                <a:latin typeface="Arial"/>
                <a:ea typeface="Arial"/>
                <a:cs typeface="Arial"/>
              </a:rPr>
              <a:t>TIM BIDSENTRY AI</a:t>
            </a:r>
          </a:p>
        </p:txBody>
      </p:sp>
      <p:sp>
        <p:nvSpPr>
          <p:cNvPr id="4" name="">
            <a:extLst xmlns:a="http://schemas.openxmlformats.org/drawingml/2006/main">
              <a:ext uri="{FF2B5EF4-FFF2-40B4-BE49-F238E27FC236}">
                <a16:creationId xmlns:a16="http://schemas.microsoft.com/office/drawing/2014/main" id="{BD931A1C-EE6F-451F-9EFF-93848FF369F4}"/>
              </a:ext>
            </a:extLst>
          </p:cNvPr>
          <p:cNvSpPr>
            <a:spLocks xmlns:a="http://schemas.openxmlformats.org/drawingml/2006/main" noGrp="1"/>
          </p:cNvSpPr>
          <p:nvPr/>
        </p:nvSpPr>
        <p:spPr>
          <a:xfrm xmlns:a="http://schemas.openxmlformats.org/drawingml/2006/main">
            <a:off x="742950" y="167640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0" i="0">
                <a:solidFill>
                  <a:srgbClr val="FFFFFF"/>
                </a:solidFill>
                <a:latin typeface="Georgia"/>
                <a:ea typeface="Georgia"/>
                <a:cs typeface="Georgia"/>
              </a:defRPr>
            </a:defPPr>
          </a:lstStyle>
          <a:p xmlns:a="http://schemas.openxmlformats.org/drawingml/2006/main">
            <a:pPr algn="l">
              <a:defRPr sz="3900" b="0" i="0">
                <a:solidFill>
                  <a:srgbClr val="FFFFFF"/>
                </a:solidFill>
                <a:latin typeface="Georgia"/>
                <a:ea typeface="Georgia"/>
                <a:cs typeface="Georgia"/>
              </a:defRPr>
            </a:pPr>
            <a:r>
              <a:rPr sz="3900" b="0" i="0">
                <a:solidFill>
                  <a:srgbClr val="FFFFFF"/>
                </a:solidFill>
                <a:latin typeface="Georgia"/>
                <a:ea typeface="Georgia"/>
                <a:cs typeface="Georgia"/>
              </a:rPr>
              <a:t>Mari uji bersama.</a:t>
            </a:r>
          </a:p>
          <a:p xmlns:a="http://schemas.openxmlformats.org/drawingml/2006/main">
            <a:pPr algn="l">
              <a:defRPr sz="3900" b="0" i="0">
                <a:solidFill>
                  <a:srgbClr val="FFFFFF"/>
                </a:solidFill>
                <a:latin typeface="Georgia"/>
                <a:ea typeface="Georgia"/>
                <a:cs typeface="Georgia"/>
              </a:defRPr>
            </a:pPr>
            <a:r>
              <a:rPr sz="3900" b="0" i="0">
                <a:solidFill>
                  <a:srgbClr val="FFFFFF"/>
                </a:solidFill>
                <a:latin typeface="Georgia"/>
                <a:ea typeface="Georgia"/>
                <a:cs typeface="Georgia"/>
              </a:rPr>
              <a:t>Mulai dari dokumen</a:t>
            </a:r>
          </a:p>
          <a:p xmlns:a="http://schemas.openxmlformats.org/drawingml/2006/main">
            <a:pPr algn="l">
              <a:defRPr sz="3900" b="0" i="0">
                <a:solidFill>
                  <a:srgbClr val="FFFFFF"/>
                </a:solidFill>
                <a:latin typeface="Georgia"/>
                <a:ea typeface="Georgia"/>
                <a:cs typeface="Georgia"/>
              </a:defRPr>
            </a:pPr>
            <a:r>
              <a:rPr sz="3900" b="0" i="0">
                <a:solidFill>
                  <a:srgbClr val="FFFFFF"/>
                </a:solidFill>
                <a:latin typeface="Georgia"/>
                <a:ea typeface="Georgia"/>
                <a:cs typeface="Georgia"/>
              </a:rPr>
              <a:t>dan keputusan nyata.</a:t>
            </a:r>
          </a:p>
        </p:txBody>
      </p:sp>
      <p:sp>
        <p:nvSpPr>
          <p:cNvPr id="5" name="">
            <a:extLst xmlns:a="http://schemas.openxmlformats.org/drawingml/2006/main">
              <a:ext uri="{FF2B5EF4-FFF2-40B4-BE49-F238E27FC236}">
                <a16:creationId xmlns:a16="http://schemas.microsoft.com/office/drawing/2014/main" id="{C0E82FE3-762B-439D-AB19-FF6825D83D3F}"/>
              </a:ext>
            </a:extLst>
          </p:cNvPr>
          <p:cNvSpPr>
            <a:spLocks xmlns:a="http://schemas.openxmlformats.org/drawingml/2006/main" noGrp="1"/>
          </p:cNvSpPr>
          <p:nvPr/>
        </p:nvSpPr>
        <p:spPr>
          <a:xfrm xmlns:a="http://schemas.openxmlformats.org/drawingml/2006/main">
            <a:off x="781050" y="4143375"/>
            <a:ext cx="5524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D5DFE4"/>
                </a:solidFill>
                <a:latin typeface="Arial"/>
                <a:ea typeface="Arial"/>
                <a:cs typeface="Arial"/>
              </a:defRPr>
            </a:defPPr>
          </a:lstStyle>
          <a:p xmlns:a="http://schemas.openxmlformats.org/drawingml/2006/main">
            <a:pPr algn="l">
              <a:defRPr sz="1500" b="0" i="0">
                <a:solidFill>
                  <a:srgbClr val="D5DFE4"/>
                </a:solidFill>
                <a:latin typeface="Arial"/>
                <a:ea typeface="Arial"/>
                <a:cs typeface="Arial"/>
              </a:defRPr>
            </a:pPr>
            <a:r>
              <a:rPr sz="1500" b="0" i="0">
                <a:solidFill>
                  <a:srgbClr val="D5DFE4"/>
                </a:solidFill>
                <a:latin typeface="Arial"/>
                <a:ea typeface="Arial"/>
                <a:cs typeface="Arial"/>
              </a:rPr>
              <a:t>Kami membutuhkan masukan tentang aturan prioritas, bukti alert, dan tata kelola data untuk merancang pilot yang bisa diukur.</a:t>
            </a:r>
          </a:p>
        </p:txBody>
      </p:sp>
      <p:sp>
        <p:nvSpPr>
          <p:cNvPr id="6" name="">
            <a:extLst xmlns:a="http://schemas.openxmlformats.org/drawingml/2006/main">
              <a:ext uri="{FF2B5EF4-FFF2-40B4-BE49-F238E27FC236}">
                <a16:creationId xmlns:a16="http://schemas.microsoft.com/office/drawing/2014/main" id="{1C8881BB-37E9-455F-A502-BBA7CAC2E390}"/>
              </a:ext>
            </a:extLst>
          </p:cNvPr>
          <p:cNvSpPr>
            <a:spLocks xmlns:a="http://schemas.openxmlformats.org/drawingml/2006/main" noGrp="1"/>
          </p:cNvSpPr>
          <p:nvPr/>
        </p:nvSpPr>
        <p:spPr>
          <a:xfrm xmlns:a="http://schemas.openxmlformats.org/drawingml/2006/main">
            <a:off x="781050" y="5276850"/>
            <a:ext cx="5095875" cy="9525"/>
          </a:xfrm>
          <a:prstGeom xmlns:a="http://schemas.openxmlformats.org/drawingml/2006/main" prst="rect">
            <a:avLst/>
          </a:prstGeom>
          <a:solidFill xmlns:a="http://schemas.openxmlformats.org/drawingml/2006/main">
            <a:srgbClr val="52627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EE70CA0-1507-4DED-B736-1A560172B81B}"/>
              </a:ext>
            </a:extLst>
          </p:cNvPr>
          <p:cNvSpPr>
            <a:spLocks xmlns:a="http://schemas.openxmlformats.org/drawingml/2006/main" noGrp="1"/>
          </p:cNvSpPr>
          <p:nvPr/>
        </p:nvSpPr>
        <p:spPr>
          <a:xfrm xmlns:a="http://schemas.openxmlformats.org/drawingml/2006/main">
            <a:off x="781050" y="5476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80C3A2"/>
                </a:solidFill>
                <a:latin typeface="Arial"/>
                <a:ea typeface="Arial"/>
                <a:cs typeface="Arial"/>
              </a:defRPr>
            </a:defPPr>
          </a:lstStyle>
          <a:p xmlns:a="http://schemas.openxmlformats.org/drawingml/2006/main">
            <a:pPr algn="l">
              <a:defRPr sz="1050" b="1" i="0">
                <a:solidFill>
                  <a:srgbClr val="80C3A2"/>
                </a:solidFill>
                <a:latin typeface="Arial"/>
                <a:ea typeface="Arial"/>
                <a:cs typeface="Arial"/>
              </a:defRPr>
            </a:pPr>
            <a:r>
              <a:rPr sz="1050" b="1" i="0">
                <a:solidFill>
                  <a:srgbClr val="80C3A2"/>
                </a:solidFill>
                <a:latin typeface="Arial"/>
                <a:ea typeface="Arial"/>
                <a:cs typeface="Arial"/>
              </a:rPr>
              <a:t>IBM SKILLSBUILD 2026</a:t>
            </a:r>
          </a:p>
        </p:txBody>
      </p:sp>
      <p:sp>
        <p:nvSpPr>
          <p:cNvPr id="8" name="">
            <a:extLst xmlns:a="http://schemas.openxmlformats.org/drawingml/2006/main">
              <a:ext uri="{FF2B5EF4-FFF2-40B4-BE49-F238E27FC236}">
                <a16:creationId xmlns:a16="http://schemas.microsoft.com/office/drawing/2014/main" id="{3FB9D154-D067-4A11-B372-511A6FB45B5D}"/>
              </a:ext>
            </a:extLst>
          </p:cNvPr>
          <p:cNvSpPr>
            <a:spLocks xmlns:a="http://schemas.openxmlformats.org/drawingml/2006/main" noGrp="1"/>
          </p:cNvSpPr>
          <p:nvPr/>
        </p:nvSpPr>
        <p:spPr>
          <a:xfrm xmlns:a="http://schemas.openxmlformats.org/drawingml/2006/main">
            <a:off x="781050" y="58102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AAB8C1"/>
                </a:solidFill>
                <a:latin typeface="Arial"/>
                <a:ea typeface="Arial"/>
                <a:cs typeface="Arial"/>
              </a:defRPr>
            </a:defPPr>
          </a:lstStyle>
          <a:p xmlns:a="http://schemas.openxmlformats.org/drawingml/2006/main">
            <a:pPr algn="l">
              <a:defRPr sz="900" b="0" i="0">
                <a:solidFill>
                  <a:srgbClr val="AAB8C1"/>
                </a:solidFill>
                <a:latin typeface="Arial"/>
                <a:ea typeface="Arial"/>
                <a:cs typeface="Arial"/>
              </a:defRPr>
            </a:pPr>
            <a:r>
              <a:rPr sz="900" b="0" i="0">
                <a:solidFill>
                  <a:srgbClr val="AAB8C1"/>
                </a:solidFill>
                <a:latin typeface="Arial"/>
                <a:ea typeface="Arial"/>
                <a:cs typeface="Arial"/>
              </a:rPr>
              <a:t>Roster anggota belum tercantum di repositori.</a:t>
            </a:r>
          </a:p>
        </p:txBody>
      </p:sp>
      <p:sp>
        <p:nvSpPr>
          <p:cNvPr id="9" name="">
            <a:extLst xmlns:a="http://schemas.openxmlformats.org/drawingml/2006/main">
              <a:ext uri="{FF2B5EF4-FFF2-40B4-BE49-F238E27FC236}">
                <a16:creationId xmlns:a16="http://schemas.microsoft.com/office/drawing/2014/main" id="{E917AE0D-3E62-4264-A53E-399EF9A05F2D}"/>
              </a:ext>
            </a:extLst>
          </p:cNvPr>
          <p:cNvSpPr>
            <a:spLocks xmlns:a="http://schemas.openxmlformats.org/drawingml/2006/main" noGrp="1"/>
          </p:cNvSpPr>
          <p:nvPr/>
        </p:nvSpPr>
        <p:spPr>
          <a:xfrm xmlns:a="http://schemas.openxmlformats.org/drawingml/2006/main">
            <a:off x="8048625" y="1676400"/>
            <a:ext cx="2266950" cy="2266950"/>
          </a:xfrm>
          <a:prstGeom xmlns:a="http://schemas.openxmlformats.org/drawingml/2006/main" prst="ellipse">
            <a:avLst/>
          </a:prstGeom>
          <a:noFill xmlns:a="http://schemas.openxmlformats.org/drawingml/2006/main"/>
          <a:ln xmlns:a="http://schemas.openxmlformats.org/drawingml/2006/main" w="19050">
            <a:solidFill>
              <a:srgbClr val="71808B"/>
            </a:solidFill>
            <a:prstDash val="solid"/>
          </a:ln>
        </p:spPr>
      </p:sp>
      <p:sp>
        <p:nvSpPr>
          <p:cNvPr id="10" name="">
            <a:extLst xmlns:a="http://schemas.openxmlformats.org/drawingml/2006/main">
              <a:ext uri="{FF2B5EF4-FFF2-40B4-BE49-F238E27FC236}">
                <a16:creationId xmlns:a16="http://schemas.microsoft.com/office/drawing/2014/main" id="{0A5A65E6-B28E-40B0-BD7C-D4EF875BBB85}"/>
              </a:ext>
            </a:extLst>
          </p:cNvPr>
          <p:cNvSpPr>
            <a:spLocks xmlns:a="http://schemas.openxmlformats.org/drawingml/2006/main" noGrp="1"/>
          </p:cNvSpPr>
          <p:nvPr/>
        </p:nvSpPr>
        <p:spPr>
          <a:xfrm xmlns:a="http://schemas.openxmlformats.org/drawingml/2006/main">
            <a:off x="8372475" y="2000250"/>
            <a:ext cx="1619250" cy="1619250"/>
          </a:xfrm>
          <a:prstGeom xmlns:a="http://schemas.openxmlformats.org/drawingml/2006/main" prst="ellipse">
            <a:avLst/>
          </a:prstGeom>
          <a:solidFill xmlns:a="http://schemas.openxmlformats.org/drawingml/2006/main">
            <a:srgbClr val="3B8B6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64BE84-1052-4672-ADC1-046A1B2398DC}"/>
              </a:ext>
            </a:extLst>
          </p:cNvPr>
          <p:cNvSpPr>
            <a:spLocks xmlns:a="http://schemas.openxmlformats.org/drawingml/2006/main" noGrp="1"/>
          </p:cNvSpPr>
          <p:nvPr/>
        </p:nvSpPr>
        <p:spPr>
          <a:xfrm xmlns:a="http://schemas.openxmlformats.org/drawingml/2006/main">
            <a:off x="8562975" y="2419350"/>
            <a:ext cx="1238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i="0">
                <a:solidFill>
                  <a:srgbClr val="FFFFFF"/>
                </a:solidFill>
                <a:latin typeface="Arial"/>
                <a:ea typeface="Arial"/>
                <a:cs typeface="Arial"/>
              </a:defRPr>
            </a:defPPr>
          </a:lstStyle>
          <a:p xmlns:a="http://schemas.openxmlformats.org/drawingml/2006/main">
            <a:pPr algn="ctr">
              <a:defRPr sz="1875" b="1" i="0">
                <a:solidFill>
                  <a:srgbClr val="FFFFFF"/>
                </a:solidFill>
                <a:latin typeface="Arial"/>
                <a:ea typeface="Arial"/>
                <a:cs typeface="Arial"/>
              </a:defRPr>
            </a:pPr>
            <a:r>
              <a:rPr sz="1875" b="1" i="0">
                <a:solidFill>
                  <a:srgbClr val="FFFFFF"/>
                </a:solidFill>
                <a:latin typeface="Arial"/>
                <a:ea typeface="Arial"/>
                <a:cs typeface="Arial"/>
              </a:rPr>
              <a:t>TERIMA</a:t>
            </a:r>
          </a:p>
          <a:p xmlns:a="http://schemas.openxmlformats.org/drawingml/2006/main">
            <a:pPr algn="ctr">
              <a:defRPr sz="1875" b="1" i="0">
                <a:solidFill>
                  <a:srgbClr val="FFFFFF"/>
                </a:solidFill>
                <a:latin typeface="Arial"/>
                <a:ea typeface="Arial"/>
                <a:cs typeface="Arial"/>
              </a:defRPr>
            </a:pPr>
            <a:r>
              <a:rPr sz="1875" b="1" i="0">
                <a:solidFill>
                  <a:srgbClr val="FFFFFF"/>
                </a:solidFill>
                <a:latin typeface="Arial"/>
                <a:ea typeface="Arial"/>
                <a:cs typeface="Arial"/>
              </a:rPr>
              <a:t>KASIH</a:t>
            </a:r>
          </a:p>
        </p:txBody>
      </p:sp>
      <p:sp>
        <p:nvSpPr>
          <p:cNvPr id="12" name="">
            <a:extLst xmlns:a="http://schemas.openxmlformats.org/drawingml/2006/main">
              <a:ext uri="{FF2B5EF4-FFF2-40B4-BE49-F238E27FC236}">
                <a16:creationId xmlns:a16="http://schemas.microsoft.com/office/drawing/2014/main" id="{3AB502C9-3499-45B1-82FF-33AF137F9FAC}"/>
              </a:ext>
            </a:extLst>
          </p:cNvPr>
          <p:cNvSpPr>
            <a:spLocks xmlns:a="http://schemas.openxmlformats.org/drawingml/2006/main" noGrp="1"/>
          </p:cNvSpPr>
          <p:nvPr/>
        </p:nvSpPr>
        <p:spPr>
          <a:xfrm xmlns:a="http://schemas.openxmlformats.org/drawingml/2006/main">
            <a:off x="7419975" y="4333875"/>
            <a:ext cx="3524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i="0">
                <a:solidFill>
                  <a:srgbClr val="D5DFE4"/>
                </a:solidFill>
                <a:latin typeface="Arial"/>
                <a:ea typeface="Arial"/>
                <a:cs typeface="Arial"/>
              </a:defRPr>
            </a:defPPr>
          </a:lstStyle>
          <a:p xmlns:a="http://schemas.openxmlformats.org/drawingml/2006/main">
            <a:pPr algn="ctr">
              <a:defRPr sz="1350" b="0" i="0">
                <a:solidFill>
                  <a:srgbClr val="D5DFE4"/>
                </a:solidFill>
                <a:latin typeface="Arial"/>
                <a:ea typeface="Arial"/>
                <a:cs typeface="Arial"/>
              </a:defRPr>
            </a:pPr>
            <a:r>
              <a:rPr sz="1350" b="0" i="0">
                <a:solidFill>
                  <a:srgbClr val="D5DFE4"/>
                </a:solidFill>
                <a:latin typeface="Arial"/>
                <a:ea typeface="Arial"/>
                <a:cs typeface="Arial"/>
              </a:rPr>
              <a:t>Screening terarah.</a:t>
            </a:r>
          </a:p>
          <a:p xmlns:a="http://schemas.openxmlformats.org/drawingml/2006/main">
            <a:pPr algn="ctr">
              <a:defRPr sz="1350" b="0" i="0">
                <a:solidFill>
                  <a:srgbClr val="D5DFE4"/>
                </a:solidFill>
                <a:latin typeface="Arial"/>
                <a:ea typeface="Arial"/>
                <a:cs typeface="Arial"/>
              </a:defRPr>
            </a:pPr>
            <a:r>
              <a:rPr sz="1350" b="0" i="0">
                <a:solidFill>
                  <a:srgbClr val="D5DFE4"/>
                </a:solidFill>
                <a:latin typeface="Arial"/>
                <a:ea typeface="Arial"/>
                <a:cs typeface="Arial"/>
              </a:rPr>
              <a:t>Keputusan tetap pada manusia.</a:t>
            </a:r>
          </a:p>
        </p:txBody>
      </p:sp>
      <p:sp>
        <p:nvSpPr>
          <p:cNvPr id="13" name="">
            <a:extLst xmlns:a="http://schemas.openxmlformats.org/drawingml/2006/main">
              <a:ext uri="{FF2B5EF4-FFF2-40B4-BE49-F238E27FC236}">
                <a16:creationId xmlns:a16="http://schemas.microsoft.com/office/drawing/2014/main" id="{92DDCC87-8575-4619-B3FF-597F49766DE8}"/>
              </a:ext>
            </a:extLst>
          </p:cNvPr>
          <p:cNvSpPr>
            <a:spLocks xmlns:a="http://schemas.openxmlformats.org/drawingml/2006/main" noGrp="1"/>
          </p:cNvSpPr>
          <p:nvPr/>
        </p:nvSpPr>
        <p:spPr>
          <a:xfrm xmlns:a="http://schemas.openxmlformats.org/drawingml/2006/main">
            <a:off x="723900" y="6429375"/>
            <a:ext cx="10744200" cy="9525"/>
          </a:xfrm>
          <a:prstGeom xmlns:a="http://schemas.openxmlformats.org/drawingml/2006/main" prst="rect">
            <a:avLst/>
          </a:prstGeom>
          <a:solidFill xmlns:a="http://schemas.openxmlformats.org/drawingml/2006/main">
            <a:srgbClr val="52627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EDBCBBF-AD37-4B22-8E86-44D4CA08CBD0}"/>
              </a:ext>
            </a:extLst>
          </p:cNvPr>
          <p:cNvSpPr>
            <a:spLocks xmlns:a="http://schemas.openxmlformats.org/drawingml/2006/main" noGrp="1"/>
          </p:cNvSpPr>
          <p:nvPr/>
        </p:nvSpPr>
        <p:spPr>
          <a:xfrm xmlns:a="http://schemas.openxmlformats.org/drawingml/2006/main">
            <a:off x="723900" y="65436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AB8C1"/>
                </a:solidFill>
                <a:latin typeface="Arial"/>
                <a:ea typeface="Arial"/>
                <a:cs typeface="Arial"/>
              </a:defRPr>
            </a:defPPr>
          </a:lstStyle>
          <a:p xmlns:a="http://schemas.openxmlformats.org/drawingml/2006/main">
            <a:pPr algn="l">
              <a:defRPr sz="825" b="1" i="0">
                <a:solidFill>
                  <a:srgbClr val="AAB8C1"/>
                </a:solidFill>
                <a:latin typeface="Arial"/>
                <a:ea typeface="Arial"/>
                <a:cs typeface="Arial"/>
              </a:defRPr>
            </a:pPr>
            <a:r>
              <a:rPr sz="825" b="1" i="0">
                <a:solidFill>
                  <a:srgbClr val="AAB8C1"/>
                </a:solidFill>
                <a:latin typeface="Arial"/>
                <a:ea typeface="Arial"/>
                <a:cs typeface="Arial"/>
              </a:rPr>
              <a:t>BIDSENTRY AI · IBM SKILLSBUILD 2026</a:t>
            </a:r>
          </a:p>
        </p:txBody>
      </p:sp>
      <p:sp>
        <p:nvSpPr>
          <p:cNvPr id="15" name="">
            <a:extLst xmlns:a="http://schemas.openxmlformats.org/drawingml/2006/main">
              <a:ext uri="{FF2B5EF4-FFF2-40B4-BE49-F238E27FC236}">
                <a16:creationId xmlns:a16="http://schemas.microsoft.com/office/drawing/2014/main" id="{6AD047CB-ADFB-4CF7-8356-75148F72956E}"/>
              </a:ext>
            </a:extLst>
          </p:cNvPr>
          <p:cNvSpPr>
            <a:spLocks xmlns:a="http://schemas.openxmlformats.org/drawingml/2006/main" noGrp="1"/>
          </p:cNvSpPr>
          <p:nvPr/>
        </p:nvSpPr>
        <p:spPr>
          <a:xfrm xmlns:a="http://schemas.openxmlformats.org/drawingml/2006/main">
            <a:off x="10668000" y="6543675"/>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AAB8C1"/>
                </a:solidFill>
                <a:latin typeface="Arial"/>
                <a:ea typeface="Arial"/>
                <a:cs typeface="Arial"/>
              </a:defRPr>
            </a:defPPr>
          </a:lstStyle>
          <a:p xmlns:a="http://schemas.openxmlformats.org/drawingml/2006/main">
            <a:pPr algn="r">
              <a:defRPr sz="825" b="0" i="0">
                <a:solidFill>
                  <a:srgbClr val="AAB8C1"/>
                </a:solidFill>
                <a:latin typeface="Arial"/>
                <a:ea typeface="Arial"/>
                <a:cs typeface="Arial"/>
              </a:defRPr>
            </a:pPr>
            <a:r>
              <a:rPr sz="825" b="0" i="0">
                <a:solidFill>
                  <a:srgbClr val="AAB8C1"/>
                </a:solidFill>
                <a:latin typeface="Arial"/>
                <a:ea typeface="Arial"/>
                <a:cs typeface="Arial"/>
              </a:rPr>
              <a:t>10 / 10</a:t>
            </a:r>
          </a:p>
        </p:txBody>
      </p:sp>
    </p:spTree>
    <p:extLst>
      <p:ext uri="{BB962C8B-B14F-4D97-AF65-F5344CB8AC3E}">
        <p14:creationId xmlns:p14="http://schemas.microsoft.com/office/powerpoint/2010/main" val="20148338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2026-10-21T11:16:40.1800000Z</dcterms:created>
  <dcterms:modified xsi:type="dcterms:W3CDTF">2026-10-21T11:16:40.1800000Z</dcterms:modified>
</coreProperties>
</file>